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1" r:id="rId1"/>
  </p:sldMasterIdLst>
  <p:notesMasterIdLst>
    <p:notesMasterId r:id="rId14"/>
  </p:notesMasterIdLst>
  <p:sldIdLst>
    <p:sldId id="307" r:id="rId2"/>
    <p:sldId id="261" r:id="rId3"/>
    <p:sldId id="281" r:id="rId4"/>
    <p:sldId id="304" r:id="rId5"/>
    <p:sldId id="305" r:id="rId6"/>
    <p:sldId id="306" r:id="rId7"/>
    <p:sldId id="258" r:id="rId8"/>
    <p:sldId id="309" r:id="rId9"/>
    <p:sldId id="313" r:id="rId10"/>
    <p:sldId id="314" r:id="rId11"/>
    <p:sldId id="315" r:id="rId12"/>
    <p:sldId id="317" r:id="rId13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A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E8BB6681-0003-408E-88BD-3D95DEA8A977}">
  <a:tblStyle styleId="{E8BB6681-0003-408E-88BD-3D95DEA8A97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1" d="100"/>
          <a:sy n="71" d="100"/>
        </p:scale>
        <p:origin x="43" y="5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877b642fd3_0_2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877b642fd3_0_2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g87f4a3d1b6_0_7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4" name="Google Shape;1454;g87f4a3d1b6_0_7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a4b3b7ab8f_0_9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a4b3b7ab8f_0_9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FED91195-B9C0-6B1D-FC99-5FFC1B439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a4b3b7ab8f_0_931:notes">
            <a:extLst>
              <a:ext uri="{FF2B5EF4-FFF2-40B4-BE49-F238E27FC236}">
                <a16:creationId xmlns:a16="http://schemas.microsoft.com/office/drawing/2014/main" id="{9C22B9CB-5B5C-3A81-44AF-F6552A1CDB2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a4b3b7ab8f_0_931:notes">
            <a:extLst>
              <a:ext uri="{FF2B5EF4-FFF2-40B4-BE49-F238E27FC236}">
                <a16:creationId xmlns:a16="http://schemas.microsoft.com/office/drawing/2014/main" id="{10FF0525-A149-DCA5-B4A3-89909146B6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69231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3F0A985D-A83F-8652-34C4-AFE927E561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a4b3b7ab8f_0_931:notes">
            <a:extLst>
              <a:ext uri="{FF2B5EF4-FFF2-40B4-BE49-F238E27FC236}">
                <a16:creationId xmlns:a16="http://schemas.microsoft.com/office/drawing/2014/main" id="{5D11363D-525D-7F8E-5D1D-F73DC393EF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a4b3b7ab8f_0_931:notes">
            <a:extLst>
              <a:ext uri="{FF2B5EF4-FFF2-40B4-BE49-F238E27FC236}">
                <a16:creationId xmlns:a16="http://schemas.microsoft.com/office/drawing/2014/main" id="{B7A8D571-4861-2206-7EDF-90A2684B93C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9268995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14EC7D57-DF81-2E9F-1061-77B7CA2F34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a4b3b7ab8f_0_931:notes">
            <a:extLst>
              <a:ext uri="{FF2B5EF4-FFF2-40B4-BE49-F238E27FC236}">
                <a16:creationId xmlns:a16="http://schemas.microsoft.com/office/drawing/2014/main" id="{B2AE9559-1BD1-FDE3-151C-5BA36BFF7C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a4b3b7ab8f_0_931:notes">
            <a:extLst>
              <a:ext uri="{FF2B5EF4-FFF2-40B4-BE49-F238E27FC236}">
                <a16:creationId xmlns:a16="http://schemas.microsoft.com/office/drawing/2014/main" id="{65C16462-8C96-C435-F832-05CD3C83807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056207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>
          <a:extLst>
            <a:ext uri="{FF2B5EF4-FFF2-40B4-BE49-F238E27FC236}">
              <a16:creationId xmlns:a16="http://schemas.microsoft.com/office/drawing/2014/main" id="{6C829AE7-29CD-BC60-EE58-6EDB5D2D1A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a4b3b7ab8f_0_931:notes">
            <a:extLst>
              <a:ext uri="{FF2B5EF4-FFF2-40B4-BE49-F238E27FC236}">
                <a16:creationId xmlns:a16="http://schemas.microsoft.com/office/drawing/2014/main" id="{FE713F75-E26B-7043-9053-08417F39C2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a4b3b7ab8f_0_931:notes">
            <a:extLst>
              <a:ext uri="{FF2B5EF4-FFF2-40B4-BE49-F238E27FC236}">
                <a16:creationId xmlns:a16="http://schemas.microsoft.com/office/drawing/2014/main" id="{23BB1916-63BF-86DE-DC37-A368F91BFD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09472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noFill/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20000" y="1022895"/>
            <a:ext cx="3852000" cy="2021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1pPr>
            <a:lvl2pPr lvl="1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l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20000" y="3032950"/>
            <a:ext cx="2962200" cy="6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1829809" y="-1974831"/>
            <a:ext cx="4039742" cy="2967540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>
            <a:spLocks noGrp="1"/>
          </p:cNvSpPr>
          <p:nvPr>
            <p:ph type="subTitle" idx="1"/>
          </p:nvPr>
        </p:nvSpPr>
        <p:spPr>
          <a:xfrm>
            <a:off x="720000" y="2678421"/>
            <a:ext cx="3261300" cy="101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600"/>
            </a:lvl1pPr>
            <a:lvl2pPr lvl="1" rtl="0">
              <a:spcBef>
                <a:spcPts val="1600"/>
              </a:spcBef>
              <a:spcAft>
                <a:spcPts val="0"/>
              </a:spcAft>
              <a:buNone/>
              <a:defRPr/>
            </a:lvl2pPr>
            <a:lvl3pPr lvl="2" rtl="0">
              <a:spcBef>
                <a:spcPts val="1600"/>
              </a:spcBef>
              <a:spcAft>
                <a:spcPts val="0"/>
              </a:spcAft>
              <a:buNone/>
              <a:defRPr/>
            </a:lvl3pPr>
            <a:lvl4pPr lvl="3" rtl="0">
              <a:spcBef>
                <a:spcPts val="1600"/>
              </a:spcBef>
              <a:spcAft>
                <a:spcPts val="0"/>
              </a:spcAft>
              <a:buNone/>
              <a:defRPr/>
            </a:lvl4pPr>
            <a:lvl5pPr lvl="4" rtl="0">
              <a:spcBef>
                <a:spcPts val="1600"/>
              </a:spcBef>
              <a:spcAft>
                <a:spcPts val="0"/>
              </a:spcAft>
              <a:buNone/>
              <a:defRPr/>
            </a:lvl5pPr>
            <a:lvl6pPr lvl="5" rtl="0">
              <a:spcBef>
                <a:spcPts val="1600"/>
              </a:spcBef>
              <a:spcAft>
                <a:spcPts val="0"/>
              </a:spcAft>
              <a:buNone/>
              <a:defRPr/>
            </a:lvl6pPr>
            <a:lvl7pPr lvl="6" rtl="0">
              <a:spcBef>
                <a:spcPts val="1600"/>
              </a:spcBef>
              <a:spcAft>
                <a:spcPts val="0"/>
              </a:spcAft>
              <a:buNone/>
              <a:defRPr/>
            </a:lvl7pPr>
            <a:lvl8pPr lvl="7" rtl="0">
              <a:spcBef>
                <a:spcPts val="1600"/>
              </a:spcBef>
              <a:spcAft>
                <a:spcPts val="0"/>
              </a:spcAft>
              <a:buNone/>
              <a:defRPr/>
            </a:lvl8pPr>
            <a:lvl9pPr lvl="8" rtl="0">
              <a:spcBef>
                <a:spcPts val="1600"/>
              </a:spcBef>
              <a:spcAft>
                <a:spcPts val="160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title"/>
          </p:nvPr>
        </p:nvSpPr>
        <p:spPr>
          <a:xfrm>
            <a:off x="720000" y="1490700"/>
            <a:ext cx="3261300" cy="11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37" name="Google Shape;37;p7"/>
          <p:cNvSpPr/>
          <p:nvPr/>
        </p:nvSpPr>
        <p:spPr>
          <a:xfrm rot="-1099162">
            <a:off x="5134470" y="3563817"/>
            <a:ext cx="5697542" cy="4185338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10443068">
            <a:off x="-1212618" y="-1758140"/>
            <a:ext cx="4040298" cy="2967949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1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>
            <a:spLocks noGrp="1"/>
          </p:cNvSpPr>
          <p:nvPr>
            <p:ph type="body" idx="1"/>
          </p:nvPr>
        </p:nvSpPr>
        <p:spPr>
          <a:xfrm>
            <a:off x="720000" y="1509750"/>
            <a:ext cx="3852000" cy="30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720000" y="727800"/>
            <a:ext cx="5778000" cy="272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86" name="Google Shape;86;p15"/>
          <p:cNvSpPr/>
          <p:nvPr/>
        </p:nvSpPr>
        <p:spPr>
          <a:xfrm rot="-8581717" flipH="1">
            <a:off x="6085519" y="-1496329"/>
            <a:ext cx="4402909" cy="3234318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5"/>
          <p:cNvSpPr txBox="1">
            <a:spLocks noGrp="1"/>
          </p:cNvSpPr>
          <p:nvPr>
            <p:ph type="body" idx="2"/>
          </p:nvPr>
        </p:nvSpPr>
        <p:spPr>
          <a:xfrm>
            <a:off x="4572000" y="1509750"/>
            <a:ext cx="3852000" cy="301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2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1"/>
          <p:cNvSpPr txBox="1">
            <a:spLocks noGrp="1"/>
          </p:cNvSpPr>
          <p:nvPr>
            <p:ph type="title" hasCustomPrompt="1"/>
          </p:nvPr>
        </p:nvSpPr>
        <p:spPr>
          <a:xfrm>
            <a:off x="764102" y="1967402"/>
            <a:ext cx="885900" cy="7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4" name="Google Shape;124;p21"/>
          <p:cNvSpPr txBox="1">
            <a:spLocks noGrp="1"/>
          </p:cNvSpPr>
          <p:nvPr>
            <p:ph type="subTitle" idx="1"/>
          </p:nvPr>
        </p:nvSpPr>
        <p:spPr>
          <a:xfrm>
            <a:off x="1759875" y="1833925"/>
            <a:ext cx="2682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125" name="Google Shape;125;p21"/>
          <p:cNvSpPr txBox="1">
            <a:spLocks noGrp="1"/>
          </p:cNvSpPr>
          <p:nvPr>
            <p:ph type="subTitle" idx="2"/>
          </p:nvPr>
        </p:nvSpPr>
        <p:spPr>
          <a:xfrm>
            <a:off x="1759875" y="2185449"/>
            <a:ext cx="26826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26" name="Google Shape;126;p21"/>
          <p:cNvSpPr txBox="1">
            <a:spLocks noGrp="1"/>
          </p:cNvSpPr>
          <p:nvPr>
            <p:ph type="title" idx="3" hasCustomPrompt="1"/>
          </p:nvPr>
        </p:nvSpPr>
        <p:spPr>
          <a:xfrm>
            <a:off x="764102" y="3346952"/>
            <a:ext cx="885900" cy="7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7" name="Google Shape;127;p21"/>
          <p:cNvSpPr txBox="1">
            <a:spLocks noGrp="1"/>
          </p:cNvSpPr>
          <p:nvPr>
            <p:ph type="subTitle" idx="4"/>
          </p:nvPr>
        </p:nvSpPr>
        <p:spPr>
          <a:xfrm>
            <a:off x="1759875" y="3213476"/>
            <a:ext cx="2682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ubTitle" idx="5"/>
          </p:nvPr>
        </p:nvSpPr>
        <p:spPr>
          <a:xfrm>
            <a:off x="1759875" y="3565000"/>
            <a:ext cx="26826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29" name="Google Shape;129;p21"/>
          <p:cNvSpPr/>
          <p:nvPr/>
        </p:nvSpPr>
        <p:spPr>
          <a:xfrm>
            <a:off x="720000" y="727800"/>
            <a:ext cx="5778000" cy="272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21"/>
          <p:cNvSpPr txBox="1">
            <a:spLocks noGrp="1"/>
          </p:cNvSpPr>
          <p:nvPr>
            <p:ph type="title" idx="6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31" name="Google Shape;131;p21"/>
          <p:cNvSpPr/>
          <p:nvPr/>
        </p:nvSpPr>
        <p:spPr>
          <a:xfrm rot="-9542052">
            <a:off x="7466404" y="-1156051"/>
            <a:ext cx="4039911" cy="2967664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21"/>
          <p:cNvSpPr/>
          <p:nvPr/>
        </p:nvSpPr>
        <p:spPr>
          <a:xfrm rot="3055103">
            <a:off x="-1997717" y="3749245"/>
            <a:ext cx="4039950" cy="2967693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title" idx="7" hasCustomPrompt="1"/>
          </p:nvPr>
        </p:nvSpPr>
        <p:spPr>
          <a:xfrm>
            <a:off x="4746900" y="1967402"/>
            <a:ext cx="885900" cy="7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4" name="Google Shape;134;p21"/>
          <p:cNvSpPr txBox="1">
            <a:spLocks noGrp="1"/>
          </p:cNvSpPr>
          <p:nvPr>
            <p:ph type="subTitle" idx="8"/>
          </p:nvPr>
        </p:nvSpPr>
        <p:spPr>
          <a:xfrm>
            <a:off x="5742673" y="1833925"/>
            <a:ext cx="2682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subTitle" idx="9"/>
          </p:nvPr>
        </p:nvSpPr>
        <p:spPr>
          <a:xfrm>
            <a:off x="5742673" y="2185449"/>
            <a:ext cx="26826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title" idx="13" hasCustomPrompt="1"/>
          </p:nvPr>
        </p:nvSpPr>
        <p:spPr>
          <a:xfrm>
            <a:off x="4746900" y="3346952"/>
            <a:ext cx="885900" cy="70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None/>
              <a:defRPr sz="48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37" name="Google Shape;137;p21"/>
          <p:cNvSpPr txBox="1">
            <a:spLocks noGrp="1"/>
          </p:cNvSpPr>
          <p:nvPr>
            <p:ph type="subTitle" idx="14"/>
          </p:nvPr>
        </p:nvSpPr>
        <p:spPr>
          <a:xfrm>
            <a:off x="5742673" y="3213476"/>
            <a:ext cx="2682600" cy="37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subTitle" idx="15"/>
          </p:nvPr>
        </p:nvSpPr>
        <p:spPr>
          <a:xfrm>
            <a:off x="5742673" y="3565000"/>
            <a:ext cx="26826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 2">
  <p:cSld name="CUSTOM_17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2"/>
          <p:cNvSpPr txBox="1">
            <a:spLocks noGrp="1"/>
          </p:cNvSpPr>
          <p:nvPr>
            <p:ph type="body" idx="1"/>
          </p:nvPr>
        </p:nvSpPr>
        <p:spPr>
          <a:xfrm>
            <a:off x="720000" y="2075500"/>
            <a:ext cx="5250900" cy="19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41" name="Google Shape;141;p22"/>
          <p:cNvSpPr/>
          <p:nvPr/>
        </p:nvSpPr>
        <p:spPr>
          <a:xfrm>
            <a:off x="720000" y="727800"/>
            <a:ext cx="5778000" cy="272400"/>
          </a:xfrm>
          <a:prstGeom prst="roundRect">
            <a:avLst>
              <a:gd name="adj" fmla="val 50000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200"/>
              <a:buFont typeface="Palanquin Dark"/>
              <a:buNone/>
              <a:defRPr>
                <a:latin typeface="Palanquin Dark"/>
                <a:ea typeface="Palanquin Dark"/>
                <a:cs typeface="Palanquin Dark"/>
                <a:sym typeface="Palanquin Dark"/>
              </a:defRPr>
            </a:lvl9pPr>
          </a:lstStyle>
          <a:p>
            <a:endParaRPr/>
          </a:p>
        </p:txBody>
      </p:sp>
      <p:sp>
        <p:nvSpPr>
          <p:cNvPr id="143" name="Google Shape;143;p22"/>
          <p:cNvSpPr/>
          <p:nvPr/>
        </p:nvSpPr>
        <p:spPr>
          <a:xfrm rot="-3678890" flipH="1">
            <a:off x="6399760" y="2305526"/>
            <a:ext cx="4402922" cy="3234328"/>
          </a:xfrm>
          <a:custGeom>
            <a:avLst/>
            <a:gdLst/>
            <a:ahLst/>
            <a:cxnLst/>
            <a:rect l="l" t="t" r="r" b="b"/>
            <a:pathLst>
              <a:path w="151443" h="111248" extrusionOk="0">
                <a:moveTo>
                  <a:pt x="121092" y="1"/>
                </a:moveTo>
                <a:cubicBezTo>
                  <a:pt x="118111" y="1"/>
                  <a:pt x="114831" y="806"/>
                  <a:pt x="111247" y="2660"/>
                </a:cubicBezTo>
                <a:cubicBezTo>
                  <a:pt x="97971" y="9532"/>
                  <a:pt x="97037" y="24476"/>
                  <a:pt x="78890" y="25377"/>
                </a:cubicBezTo>
                <a:cubicBezTo>
                  <a:pt x="77070" y="25468"/>
                  <a:pt x="75284" y="25506"/>
                  <a:pt x="73527" y="25506"/>
                </a:cubicBezTo>
                <a:cubicBezTo>
                  <a:pt x="64901" y="25506"/>
                  <a:pt x="56984" y="24592"/>
                  <a:pt x="49133" y="24592"/>
                </a:cubicBezTo>
                <a:cubicBezTo>
                  <a:pt x="39865" y="24592"/>
                  <a:pt x="30689" y="25865"/>
                  <a:pt x="20549" y="31414"/>
                </a:cubicBezTo>
                <a:cubicBezTo>
                  <a:pt x="3436" y="40788"/>
                  <a:pt x="1" y="54497"/>
                  <a:pt x="3303" y="70576"/>
                </a:cubicBezTo>
                <a:cubicBezTo>
                  <a:pt x="8984" y="98326"/>
                  <a:pt x="32934" y="111248"/>
                  <a:pt x="60420" y="111248"/>
                </a:cubicBezTo>
                <a:cubicBezTo>
                  <a:pt x="72152" y="111248"/>
                  <a:pt x="84528" y="108893"/>
                  <a:pt x="96403" y="104333"/>
                </a:cubicBezTo>
                <a:cubicBezTo>
                  <a:pt x="134030" y="89889"/>
                  <a:pt x="151442" y="56599"/>
                  <a:pt x="142936" y="23308"/>
                </a:cubicBezTo>
                <a:cubicBezTo>
                  <a:pt x="140341" y="13221"/>
                  <a:pt x="133174" y="1"/>
                  <a:pt x="121092" y="1"/>
                </a:cubicBezTo>
                <a:close/>
              </a:path>
            </a:pathLst>
          </a:custGeom>
          <a:noFill/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noFill/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390930"/>
            <a:ext cx="77040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oppins Black"/>
              <a:buNone/>
              <a:defRPr sz="3200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300850"/>
            <a:ext cx="7704000" cy="3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Char char="●"/>
              <a:defRPr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●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oppins"/>
              <a:buChar char="○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Poppins"/>
              <a:buChar char="■"/>
              <a:defRPr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3" r:id="rId2"/>
    <p:sldLayoutId id="2147483658" r:id="rId3"/>
    <p:sldLayoutId id="2147483661" r:id="rId4"/>
    <p:sldLayoutId id="2147483667" r:id="rId5"/>
    <p:sldLayoutId id="2147483668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microsoft.com/office/2007/relationships/hdphoto" Target="../media/hdphoto2.wdp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microsoft.com/office/2007/relationships/hdphoto" Target="../media/hdphoto3.wdp"/><Relationship Id="rId4" Type="http://schemas.openxmlformats.org/officeDocument/2006/relationships/image" Target="../media/image1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1A2EB2A-C75C-C7B6-CD50-52580E89B57A}"/>
              </a:ext>
            </a:extLst>
          </p:cNvPr>
          <p:cNvSpPr/>
          <p:nvPr/>
        </p:nvSpPr>
        <p:spPr>
          <a:xfrm>
            <a:off x="4399324" y="1924228"/>
            <a:ext cx="4564800" cy="3039585"/>
          </a:xfrm>
          <a:prstGeom prst="rect">
            <a:avLst/>
          </a:prstGeom>
          <a:blipFill dpi="0" rotWithShape="1">
            <a:blip r:embed="rId2">
              <a:alphaModFix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8360" b="97588" l="8916" r="96454">
                          <a14:foregroundMark x1="83891" y1="26045" x2="96454" y2="36174"/>
                          <a14:foregroundMark x1="91977" y1="45016" x2="90303" y2="50420"/>
                          <a14:foregroundMark x1="93820" y1="39068" x2="91977" y2="45016"/>
                          <a14:foregroundMark x1="85697" y1="56416" x2="50355" y2="83762"/>
                          <a14:foregroundMark x1="50355" y1="83762" x2="50051" y2="84405"/>
                          <a14:foregroundMark x1="68490" y1="72669" x2="42655" y2="93408"/>
                          <a14:foregroundMark x1="42655" y1="93408" x2="42249" y2="93891"/>
                          <a14:foregroundMark x1="40527" y1="96141" x2="16211" y2="69936"/>
                          <a14:foregroundMark x1="14792" y1="82315" x2="31408" y2="89711"/>
                          <a14:foregroundMark x1="26950" y1="95659" x2="14488" y2="72186"/>
                          <a14:foregroundMark x1="31104" y1="96945" x2="22391" y2="86334"/>
                          <a14:foregroundMark x1="23506" y1="93408" x2="13779" y2="69453"/>
                          <a14:foregroundMark x1="13779" y1="69453" x2="13779" y2="69453"/>
                          <a14:foregroundMark x1="19858" y1="79260" x2="12462" y2="50482"/>
                          <a14:foregroundMark x1="23506" y1="29260" x2="17427" y2="43087"/>
                          <a14:foregroundMark x1="17427" y1="43087" x2="14286" y2="57556"/>
                          <a14:foregroundMark x1="9017" y1="54019" x2="14792" y2="85852"/>
                          <a14:foregroundMark x1="14792" y1="85852" x2="14792" y2="85852"/>
                          <a14:foregroundMark x1="70213" y1="15113" x2="35056" y2="24277"/>
                          <a14:foregroundMark x1="67275" y1="17846" x2="84195" y2="52572"/>
                          <a14:foregroundMark x1="73354" y1="33119" x2="88855" y2="47749"/>
                          <a14:foregroundMark x1="65372" y1="82498" x2="51095" y2="94926"/>
                          <a14:foregroundMark x1="50142" y1="97499" x2="49848" y2="97749"/>
                          <a14:foregroundMark x1="66394" y1="83658" x2="52044" y2="95879"/>
                          <a14:foregroundMark x1="49848" y1="97749" x2="49848" y2="97749"/>
                          <a14:foregroundMark x1="32827" y1="20740" x2="10132" y2="35048"/>
                          <a14:foregroundMark x1="44377" y1="13826" x2="23607" y2="33601"/>
                          <a14:foregroundMark x1="17123" y1="35048" x2="10841" y2="56109"/>
                          <a14:foregroundMark x1="14691" y1="38424" x2="14691" y2="52733"/>
                          <a14:foregroundMark x1="36069" y1="20740" x2="49645" y2="8360"/>
                          <a14:foregroundMark x1="63526" y1="12862" x2="71733" y2="19453"/>
                          <a14:foregroundMark x1="67072" y1="11415" x2="71935" y2="32797"/>
                          <a14:foregroundMark x1="92300" y1="50322" x2="88045" y2="62379"/>
                          <a14:foregroundMark x1="89666" y1="59646" x2="85816" y2="66399"/>
                          <a14:foregroundMark x1="77001" y1="68167" x2="84701" y2="64952"/>
                          <a14:foregroundMark x1="92908" y1="52412" x2="87639" y2="60772"/>
                          <a14:foregroundMark x1="74707" y1="71873" x2="74164" y2="72186"/>
                          <a14:backgroundMark x1="85076" y1="65536" x2="84348" y2="65974"/>
                          <a14:backgroundMark x1="91404" y1="61674" x2="86930" y2="77331"/>
                          <a14:backgroundMark x1="92489" y1="57876" x2="91408" y2="61659"/>
                          <a14:backgroundMark x1="94141" y1="52093" x2="93750" y2="53461"/>
                          <a14:backgroundMark x1="94326" y1="51447" x2="94206" y2="51866"/>
                          <a14:backgroundMark x1="87218" y1="68035" x2="83587" y2="75402"/>
                          <a14:backgroundMark x1="95947" y1="50322" x2="94153" y2="53963"/>
                          <a14:backgroundMark x1="52786" y1="96624" x2="51672" y2="99035"/>
                          <a14:backgroundMark x1="79230" y1="70900" x2="69504" y2="81833"/>
                          <a14:backgroundMark x1="68794" y1="80386" x2="66768" y2="84084"/>
                          <a14:backgroundMark x1="90780" y1="45016" x2="90780" y2="45016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C5CC0BE-E00E-249E-45BE-77305F3EE660}"/>
              </a:ext>
            </a:extLst>
          </p:cNvPr>
          <p:cNvSpPr/>
          <p:nvPr/>
        </p:nvSpPr>
        <p:spPr>
          <a:xfrm>
            <a:off x="633175" y="1035611"/>
            <a:ext cx="5054400" cy="1859386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blurRad="6350" stA="50000" endA="300" endPos="55500" dist="50800" dir="5400000" sy="-100000" algn="bl" rotWithShape="0"/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3A2C1BF-2B14-90C2-26ED-AC130F55B8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84781">
            <a:off x="814007" y="1224575"/>
            <a:ext cx="4692736" cy="1481457"/>
          </a:xfrm>
          <a:noFill/>
          <a:ln>
            <a:noFill/>
          </a:ln>
          <a:effectLst/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Obstacle Avoiding Car without Arduino or Microcontroller</a:t>
            </a:r>
            <a:endParaRPr lang="en-PH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52878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1"/>
          <p:cNvSpPr txBox="1">
            <a:spLocks noGrp="1"/>
          </p:cNvSpPr>
          <p:nvPr>
            <p:ph type="body" idx="1"/>
          </p:nvPr>
        </p:nvSpPr>
        <p:spPr>
          <a:xfrm>
            <a:off x="720000" y="1525373"/>
            <a:ext cx="5250900" cy="193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85750" indent="-285750">
              <a:buSzPts val="1100"/>
            </a:pPr>
            <a:r>
              <a:rPr lang="en-US" sz="1800" dirty="0">
                <a:latin typeface="Century Gothic" panose="020B0502020202020204" pitchFamily="34" charset="0"/>
              </a:rPr>
              <a:t>It allows users to gain hands-on experience with a wide range of electronic components and learn how to design and build a functional robot using only discrete components.</a:t>
            </a:r>
          </a:p>
          <a:p>
            <a:pPr marL="285750" indent="-285750">
              <a:buSzPts val="1100"/>
            </a:pPr>
            <a:r>
              <a:rPr lang="en-US" sz="1800" dirty="0">
                <a:latin typeface="Century Gothic" panose="020B0502020202020204" pitchFamily="34" charset="0"/>
              </a:rPr>
              <a:t>This project can serve as a foundation for more complex robotics projects in the future.</a:t>
            </a:r>
          </a:p>
        </p:txBody>
      </p:sp>
      <p:sp>
        <p:nvSpPr>
          <p:cNvPr id="413" name="Google Shape;413;p31"/>
          <p:cNvSpPr txBox="1">
            <a:spLocks noGrp="1"/>
          </p:cNvSpPr>
          <p:nvPr>
            <p:ph type="title"/>
          </p:nvPr>
        </p:nvSpPr>
        <p:spPr>
          <a:xfrm>
            <a:off x="720000" y="387600"/>
            <a:ext cx="7704000" cy="61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Importance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FDFFE9-53AB-4503-38A6-19CC8570F27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PH" dirty="0">
                <a:latin typeface="Century Gothic" panose="020B0502020202020204" pitchFamily="34" charset="0"/>
              </a:rPr>
              <a:t>- LM358 Op-Amp IC (2)</a:t>
            </a:r>
          </a:p>
          <a:p>
            <a:r>
              <a:rPr lang="en-PH" dirty="0">
                <a:latin typeface="Century Gothic" panose="020B0502020202020204" pitchFamily="34" charset="0"/>
              </a:rPr>
              <a:t>- 4x4 IC base (2)</a:t>
            </a:r>
          </a:p>
          <a:p>
            <a:r>
              <a:rPr lang="en-PH" dirty="0">
                <a:latin typeface="Century Gothic" panose="020B0502020202020204" pitchFamily="34" charset="0"/>
              </a:rPr>
              <a:t>- Motor driver IC</a:t>
            </a:r>
          </a:p>
          <a:p>
            <a:r>
              <a:rPr lang="en-PH" dirty="0">
                <a:latin typeface="Century Gothic" panose="020B0502020202020204" pitchFamily="34" charset="0"/>
              </a:rPr>
              <a:t>- Motor driver IC base</a:t>
            </a:r>
          </a:p>
          <a:p>
            <a:r>
              <a:rPr lang="en-PH" dirty="0">
                <a:latin typeface="Century Gothic" panose="020B0502020202020204" pitchFamily="34" charset="0"/>
              </a:rPr>
              <a:t>- Hex Inverter IC</a:t>
            </a:r>
          </a:p>
          <a:p>
            <a:r>
              <a:rPr lang="en-PH" dirty="0">
                <a:latin typeface="Century Gothic" panose="020B0502020202020204" pitchFamily="34" charset="0"/>
              </a:rPr>
              <a:t>- Hex Inverter IC base</a:t>
            </a:r>
          </a:p>
          <a:p>
            <a:r>
              <a:rPr lang="en-PH" dirty="0">
                <a:latin typeface="Century Gothic" panose="020B0502020202020204" pitchFamily="34" charset="0"/>
              </a:rPr>
              <a:t>- Transmitter LED (2)</a:t>
            </a:r>
          </a:p>
          <a:p>
            <a:r>
              <a:rPr lang="en-PH" dirty="0">
                <a:latin typeface="Century Gothic" panose="020B0502020202020204" pitchFamily="34" charset="0"/>
              </a:rPr>
              <a:t>- Receiver Photodiode (2)</a:t>
            </a:r>
          </a:p>
          <a:p>
            <a:r>
              <a:rPr lang="en-PH" dirty="0">
                <a:latin typeface="Century Gothic" panose="020B0502020202020204" pitchFamily="34" charset="0"/>
              </a:rPr>
              <a:t>- LED (2)</a:t>
            </a:r>
          </a:p>
          <a:p>
            <a:r>
              <a:rPr lang="en-PH" dirty="0">
                <a:latin typeface="Century Gothic" panose="020B0502020202020204" pitchFamily="34" charset="0"/>
              </a:rPr>
              <a:t>- 330-ohm resistor (2)</a:t>
            </a:r>
          </a:p>
          <a:p>
            <a:r>
              <a:rPr lang="en-PH" dirty="0">
                <a:latin typeface="Century Gothic" panose="020B0502020202020204" pitchFamily="34" charset="0"/>
              </a:rPr>
              <a:t>- 100-ohm resistor (4)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8FB18DC-5C0F-A5E3-FEEE-4A5C3345F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List of Components: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97F4D0F5-3263-CBF0-2D96-929A634DF6A6}"/>
              </a:ext>
            </a:extLst>
          </p:cNvPr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r>
              <a:rPr lang="en-PH" dirty="0">
                <a:latin typeface="Century Gothic" panose="020B0502020202020204" pitchFamily="34" charset="0"/>
              </a:rPr>
              <a:t>- 103 VR 10k ohm (2)</a:t>
            </a:r>
          </a:p>
          <a:p>
            <a:r>
              <a:rPr lang="en-PH" dirty="0">
                <a:latin typeface="Century Gothic" panose="020B0502020202020204" pitchFamily="34" charset="0"/>
              </a:rPr>
              <a:t>- Male header (2)</a:t>
            </a:r>
          </a:p>
          <a:p>
            <a:r>
              <a:rPr lang="en-PH" dirty="0">
                <a:latin typeface="Century Gothic" panose="020B0502020202020204" pitchFamily="34" charset="0"/>
              </a:rPr>
              <a:t>- 5V voltage regulator IC</a:t>
            </a:r>
          </a:p>
          <a:p>
            <a:r>
              <a:rPr lang="en-PH" dirty="0">
                <a:latin typeface="Century Gothic" panose="020B0502020202020204" pitchFamily="34" charset="0"/>
              </a:rPr>
              <a:t>- 10 microfarad capacitor (2)</a:t>
            </a:r>
          </a:p>
          <a:p>
            <a:r>
              <a:rPr lang="en-PH" dirty="0">
                <a:latin typeface="Century Gothic" panose="020B0502020202020204" pitchFamily="34" charset="0"/>
              </a:rPr>
              <a:t>- Wire connector</a:t>
            </a:r>
          </a:p>
          <a:p>
            <a:r>
              <a:rPr lang="en-PH" dirty="0">
                <a:latin typeface="Century Gothic" panose="020B0502020202020204" pitchFamily="34" charset="0"/>
              </a:rPr>
              <a:t>- Ball caster wheel (2)</a:t>
            </a:r>
          </a:p>
          <a:p>
            <a:r>
              <a:rPr lang="en-PH" dirty="0">
                <a:latin typeface="Century Gothic" panose="020B0502020202020204" pitchFamily="34" charset="0"/>
              </a:rPr>
              <a:t>- DC gear motors (2)</a:t>
            </a:r>
          </a:p>
          <a:p>
            <a:r>
              <a:rPr lang="en-PH" dirty="0">
                <a:latin typeface="Century Gothic" panose="020B0502020202020204" pitchFamily="34" charset="0"/>
              </a:rPr>
              <a:t>- Wheels (2)</a:t>
            </a:r>
          </a:p>
          <a:p>
            <a:r>
              <a:rPr lang="en-PH" dirty="0">
                <a:latin typeface="Century Gothic" panose="020B0502020202020204" pitchFamily="34" charset="0"/>
              </a:rPr>
              <a:t>- Battery</a:t>
            </a:r>
          </a:p>
          <a:p>
            <a:r>
              <a:rPr lang="en-PH" dirty="0">
                <a:latin typeface="Century Gothic" panose="020B0502020202020204" pitchFamily="34" charset="0"/>
              </a:rPr>
              <a:t>- Wires</a:t>
            </a:r>
          </a:p>
          <a:p>
            <a:r>
              <a:rPr lang="en-PH" dirty="0">
                <a:latin typeface="Century Gothic" panose="020B0502020202020204" pitchFamily="34" charset="0"/>
              </a:rPr>
              <a:t>- PCB</a:t>
            </a:r>
          </a:p>
          <a:p>
            <a:r>
              <a:rPr lang="en-PH" dirty="0">
                <a:latin typeface="Century Gothic" panose="020B0502020202020204" pitchFamily="34" charset="0"/>
              </a:rPr>
              <a:t>- Switch</a:t>
            </a:r>
          </a:p>
          <a:p>
            <a:endParaRPr lang="en-PH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3.jpeg">
            <a:extLst>
              <a:ext uri="{FF2B5EF4-FFF2-40B4-BE49-F238E27FC236}">
                <a16:creationId xmlns:a16="http://schemas.microsoft.com/office/drawing/2014/main" id="{96B2F577-B2F9-1188-1B4B-419E23D01F78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63715" y="711946"/>
            <a:ext cx="7016569" cy="4037545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FFFE946C-290E-0C28-C8AE-CD0AAC629B0B}"/>
              </a:ext>
            </a:extLst>
          </p:cNvPr>
          <p:cNvSpPr txBox="1">
            <a:spLocks/>
          </p:cNvSpPr>
          <p:nvPr/>
        </p:nvSpPr>
        <p:spPr>
          <a:xfrm>
            <a:off x="720000" y="87662"/>
            <a:ext cx="77040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oppins Black"/>
              <a:buNone/>
              <a:defRPr sz="50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 algn="ctr"/>
            <a:r>
              <a:rPr lang="en-PH" sz="2800" dirty="0">
                <a:solidFill>
                  <a:schemeClr val="tx1"/>
                </a:solidFill>
              </a:rPr>
              <a:t>FLOWCHART</a:t>
            </a:r>
          </a:p>
        </p:txBody>
      </p:sp>
    </p:spTree>
    <p:extLst>
      <p:ext uri="{BB962C8B-B14F-4D97-AF65-F5344CB8AC3E}">
        <p14:creationId xmlns:p14="http://schemas.microsoft.com/office/powerpoint/2010/main" val="26175418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4.png">
            <a:extLst>
              <a:ext uri="{FF2B5EF4-FFF2-40B4-BE49-F238E27FC236}">
                <a16:creationId xmlns:a16="http://schemas.microsoft.com/office/drawing/2014/main" id="{5A68BBCE-BE35-3D5E-64FB-965713061045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51879" y="616459"/>
            <a:ext cx="6240241" cy="4475001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0D876B45-EC96-A6B6-BE0E-843006336955}"/>
              </a:ext>
            </a:extLst>
          </p:cNvPr>
          <p:cNvSpPr txBox="1">
            <a:spLocks/>
          </p:cNvSpPr>
          <p:nvPr/>
        </p:nvSpPr>
        <p:spPr>
          <a:xfrm>
            <a:off x="720000" y="87662"/>
            <a:ext cx="77040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oppins Black"/>
              <a:buNone/>
              <a:defRPr sz="50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 algn="ctr"/>
            <a:r>
              <a:rPr lang="en-PH" sz="2800" dirty="0">
                <a:solidFill>
                  <a:schemeClr val="tx1"/>
                </a:solidFill>
              </a:rPr>
              <a:t>BLOCK DIAGRAM</a:t>
            </a:r>
          </a:p>
        </p:txBody>
      </p:sp>
    </p:spTree>
    <p:extLst>
      <p:ext uri="{BB962C8B-B14F-4D97-AF65-F5344CB8AC3E}">
        <p14:creationId xmlns:p14="http://schemas.microsoft.com/office/powerpoint/2010/main" val="3216405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5.png">
            <a:extLst>
              <a:ext uri="{FF2B5EF4-FFF2-40B4-BE49-F238E27FC236}">
                <a16:creationId xmlns:a16="http://schemas.microsoft.com/office/drawing/2014/main" id="{639D002B-0B27-27BC-61EB-EFB560C7293D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88101" y="700262"/>
            <a:ext cx="6967798" cy="4222495"/>
          </a:xfrm>
          <a:prstGeom prst="rect">
            <a:avLst/>
          </a:prstGeom>
        </p:spPr>
      </p:pic>
      <p:sp>
        <p:nvSpPr>
          <p:cNvPr id="5" name="Title 4">
            <a:extLst>
              <a:ext uri="{FF2B5EF4-FFF2-40B4-BE49-F238E27FC236}">
                <a16:creationId xmlns:a16="http://schemas.microsoft.com/office/drawing/2014/main" id="{DF3CA2BC-2D01-DD29-7B01-CC6314FE8C29}"/>
              </a:ext>
            </a:extLst>
          </p:cNvPr>
          <p:cNvSpPr txBox="1">
            <a:spLocks/>
          </p:cNvSpPr>
          <p:nvPr/>
        </p:nvSpPr>
        <p:spPr>
          <a:xfrm>
            <a:off x="720000" y="87662"/>
            <a:ext cx="77040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0"/>
              <a:buFont typeface="Poppins Black"/>
              <a:buNone/>
              <a:defRPr sz="50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00"/>
              <a:buFont typeface="Poppins Black"/>
              <a:buNone/>
              <a:defRPr sz="5200" b="0" i="0" u="none" strike="noStrike" cap="none">
                <a:solidFill>
                  <a:schemeClr val="dk1"/>
                </a:solidFill>
                <a:latin typeface="Poppins Black"/>
                <a:ea typeface="Poppins Black"/>
                <a:cs typeface="Poppins Black"/>
                <a:sym typeface="Poppins Black"/>
              </a:defRPr>
            </a:lvl9pPr>
          </a:lstStyle>
          <a:p>
            <a:pPr algn="ctr"/>
            <a:r>
              <a:rPr lang="en-PH" sz="2800" dirty="0">
                <a:solidFill>
                  <a:schemeClr val="tx1"/>
                </a:solidFill>
              </a:rPr>
              <a:t>SCHEMATIC DIAGRAM</a:t>
            </a:r>
          </a:p>
        </p:txBody>
      </p:sp>
    </p:spTree>
    <p:extLst>
      <p:ext uri="{BB962C8B-B14F-4D97-AF65-F5344CB8AC3E}">
        <p14:creationId xmlns:p14="http://schemas.microsoft.com/office/powerpoint/2010/main" val="29036073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4" name="image1.jpeg">
            <a:extLst>
              <a:ext uri="{FF2B5EF4-FFF2-40B4-BE49-F238E27FC236}">
                <a16:creationId xmlns:a16="http://schemas.microsoft.com/office/drawing/2014/main" id="{40486678-B41F-33C8-25BB-8A64EC0629B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174" y="611958"/>
            <a:ext cx="5417186" cy="1623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55" name="Group 34">
            <a:extLst>
              <a:ext uri="{FF2B5EF4-FFF2-40B4-BE49-F238E27FC236}">
                <a16:creationId xmlns:a16="http://schemas.microsoft.com/office/drawing/2014/main" id="{4C7DA8C2-86A7-7F26-247F-63E49B1CF969}"/>
              </a:ext>
            </a:extLst>
          </p:cNvPr>
          <p:cNvGrpSpPr>
            <a:grpSpLocks/>
          </p:cNvGrpSpPr>
          <p:nvPr/>
        </p:nvGrpSpPr>
        <p:grpSpPr bwMode="auto">
          <a:xfrm>
            <a:off x="2804160" y="2241236"/>
            <a:ext cx="5760151" cy="2821302"/>
            <a:chOff x="0" y="0"/>
            <a:chExt cx="9357" cy="4457"/>
          </a:xfrm>
        </p:grpSpPr>
        <p:pic>
          <p:nvPicPr>
            <p:cNvPr id="2093" name="Picture 45">
              <a:extLst>
                <a:ext uri="{FF2B5EF4-FFF2-40B4-BE49-F238E27FC236}">
                  <a16:creationId xmlns:a16="http://schemas.microsoft.com/office/drawing/2014/main" id="{4E905AD1-8F0C-592B-9E4C-5730E93E10A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0" y="0"/>
              <a:ext cx="9357" cy="421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56" name="Group 43">
              <a:extLst>
                <a:ext uri="{FF2B5EF4-FFF2-40B4-BE49-F238E27FC236}">
                  <a16:creationId xmlns:a16="http://schemas.microsoft.com/office/drawing/2014/main" id="{3AD485C8-2ED8-0841-3747-EAD7C4FB4C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6" y="205"/>
              <a:ext cx="1255" cy="673"/>
              <a:chOff x="2276" y="205"/>
              <a:chExt cx="1255" cy="673"/>
            </a:xfrm>
          </p:grpSpPr>
          <p:sp>
            <p:nvSpPr>
              <p:cNvPr id="193" name="Freeform 44">
                <a:extLst>
                  <a:ext uri="{FF2B5EF4-FFF2-40B4-BE49-F238E27FC236}">
                    <a16:creationId xmlns:a16="http://schemas.microsoft.com/office/drawing/2014/main" id="{03E6DC96-5436-3C1B-31F1-E58823D925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6" y="205"/>
                <a:ext cx="1255" cy="673"/>
              </a:xfrm>
              <a:custGeom>
                <a:avLst/>
                <a:gdLst>
                  <a:gd name="T0" fmla="+- 0 3419 2276"/>
                  <a:gd name="T1" fmla="*/ T0 w 1255"/>
                  <a:gd name="T2" fmla="+- 0 205 205"/>
                  <a:gd name="T3" fmla="*/ 205 h 673"/>
                  <a:gd name="T4" fmla="+- 0 2367 2276"/>
                  <a:gd name="T5" fmla="*/ T4 w 1255"/>
                  <a:gd name="T6" fmla="+- 0 207 205"/>
                  <a:gd name="T7" fmla="*/ 207 h 673"/>
                  <a:gd name="T8" fmla="+- 0 2309 2276"/>
                  <a:gd name="T9" fmla="*/ T8 w 1255"/>
                  <a:gd name="T10" fmla="+- 0 237 205"/>
                  <a:gd name="T11" fmla="*/ 237 h 673"/>
                  <a:gd name="T12" fmla="+- 0 2278 2276"/>
                  <a:gd name="T13" fmla="*/ T12 w 1255"/>
                  <a:gd name="T14" fmla="+- 0 294 205"/>
                  <a:gd name="T15" fmla="*/ 294 h 673"/>
                  <a:gd name="T16" fmla="+- 0 2276 2276"/>
                  <a:gd name="T17" fmla="*/ T16 w 1255"/>
                  <a:gd name="T18" fmla="+- 0 317 205"/>
                  <a:gd name="T19" fmla="*/ 317 h 673"/>
                  <a:gd name="T20" fmla="+- 0 2278 2276"/>
                  <a:gd name="T21" fmla="*/ T20 w 1255"/>
                  <a:gd name="T22" fmla="+- 0 787 205"/>
                  <a:gd name="T23" fmla="*/ 787 h 673"/>
                  <a:gd name="T24" fmla="+- 0 2308 2276"/>
                  <a:gd name="T25" fmla="*/ T24 w 1255"/>
                  <a:gd name="T26" fmla="+- 0 845 205"/>
                  <a:gd name="T27" fmla="*/ 845 h 673"/>
                  <a:gd name="T28" fmla="+- 0 2365 2276"/>
                  <a:gd name="T29" fmla="*/ T28 w 1255"/>
                  <a:gd name="T30" fmla="+- 0 876 205"/>
                  <a:gd name="T31" fmla="*/ 876 h 673"/>
                  <a:gd name="T32" fmla="+- 0 2388 2276"/>
                  <a:gd name="T33" fmla="*/ T32 w 1255"/>
                  <a:gd name="T34" fmla="+- 0 878 205"/>
                  <a:gd name="T35" fmla="*/ 878 h 673"/>
                  <a:gd name="T36" fmla="+- 0 3440 2276"/>
                  <a:gd name="T37" fmla="*/ T36 w 1255"/>
                  <a:gd name="T38" fmla="+- 0 876 205"/>
                  <a:gd name="T39" fmla="*/ 876 h 673"/>
                  <a:gd name="T40" fmla="+- 0 3498 2276"/>
                  <a:gd name="T41" fmla="*/ T40 w 1255"/>
                  <a:gd name="T42" fmla="+- 0 846 205"/>
                  <a:gd name="T43" fmla="*/ 846 h 673"/>
                  <a:gd name="T44" fmla="+- 0 3529 2276"/>
                  <a:gd name="T45" fmla="*/ T44 w 1255"/>
                  <a:gd name="T46" fmla="+- 0 789 205"/>
                  <a:gd name="T47" fmla="*/ 789 h 673"/>
                  <a:gd name="T48" fmla="+- 0 3531 2276"/>
                  <a:gd name="T49" fmla="*/ T48 w 1255"/>
                  <a:gd name="T50" fmla="+- 0 766 205"/>
                  <a:gd name="T51" fmla="*/ 766 h 673"/>
                  <a:gd name="T52" fmla="+- 0 3529 2276"/>
                  <a:gd name="T53" fmla="*/ T52 w 1255"/>
                  <a:gd name="T54" fmla="+- 0 296 205"/>
                  <a:gd name="T55" fmla="*/ 296 h 673"/>
                  <a:gd name="T56" fmla="+- 0 3499 2276"/>
                  <a:gd name="T57" fmla="*/ T56 w 1255"/>
                  <a:gd name="T58" fmla="+- 0 238 205"/>
                  <a:gd name="T59" fmla="*/ 238 h 673"/>
                  <a:gd name="T60" fmla="+- 0 3442 2276"/>
                  <a:gd name="T61" fmla="*/ T60 w 1255"/>
                  <a:gd name="T62" fmla="+- 0 207 205"/>
                  <a:gd name="T63" fmla="*/ 207 h 673"/>
                  <a:gd name="T64" fmla="+- 0 3419 2276"/>
                  <a:gd name="T65" fmla="*/ T64 w 1255"/>
                  <a:gd name="T66" fmla="+- 0 205 205"/>
                  <a:gd name="T67" fmla="*/ 205 h 67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</a:cxnLst>
                <a:rect l="0" t="0" r="r" b="b"/>
                <a:pathLst>
                  <a:path w="1255" h="673">
                    <a:moveTo>
                      <a:pt x="1143" y="0"/>
                    </a:moveTo>
                    <a:lnTo>
                      <a:pt x="91" y="2"/>
                    </a:lnTo>
                    <a:lnTo>
                      <a:pt x="33" y="32"/>
                    </a:lnTo>
                    <a:lnTo>
                      <a:pt x="2" y="89"/>
                    </a:lnTo>
                    <a:lnTo>
                      <a:pt x="0" y="112"/>
                    </a:lnTo>
                    <a:lnTo>
                      <a:pt x="2" y="582"/>
                    </a:lnTo>
                    <a:lnTo>
                      <a:pt x="32" y="640"/>
                    </a:lnTo>
                    <a:lnTo>
                      <a:pt x="89" y="671"/>
                    </a:lnTo>
                    <a:lnTo>
                      <a:pt x="112" y="673"/>
                    </a:lnTo>
                    <a:lnTo>
                      <a:pt x="1164" y="671"/>
                    </a:lnTo>
                    <a:lnTo>
                      <a:pt x="1222" y="641"/>
                    </a:lnTo>
                    <a:lnTo>
                      <a:pt x="1253" y="584"/>
                    </a:lnTo>
                    <a:lnTo>
                      <a:pt x="1255" y="561"/>
                    </a:lnTo>
                    <a:lnTo>
                      <a:pt x="1253" y="91"/>
                    </a:lnTo>
                    <a:lnTo>
                      <a:pt x="1223" y="33"/>
                    </a:lnTo>
                    <a:lnTo>
                      <a:pt x="1166" y="2"/>
                    </a:lnTo>
                    <a:lnTo>
                      <a:pt x="1143" y="0"/>
                    </a:lnTo>
                    <a:close/>
                  </a:path>
                </a:pathLst>
              </a:custGeom>
              <a:solidFill>
                <a:srgbClr val="FFE6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PH"/>
              </a:p>
            </p:txBody>
          </p:sp>
        </p:grpSp>
        <p:grpSp>
          <p:nvGrpSpPr>
            <p:cNvPr id="57" name="Group 41">
              <a:extLst>
                <a:ext uri="{FF2B5EF4-FFF2-40B4-BE49-F238E27FC236}">
                  <a16:creationId xmlns:a16="http://schemas.microsoft.com/office/drawing/2014/main" id="{722B6877-6AAA-FE6C-D402-4A6C678731A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276" y="205"/>
              <a:ext cx="1255" cy="673"/>
              <a:chOff x="2276" y="205"/>
              <a:chExt cx="1255" cy="673"/>
            </a:xfrm>
          </p:grpSpPr>
          <p:sp>
            <p:nvSpPr>
              <p:cNvPr id="192" name="Freeform 42">
                <a:extLst>
                  <a:ext uri="{FF2B5EF4-FFF2-40B4-BE49-F238E27FC236}">
                    <a16:creationId xmlns:a16="http://schemas.microsoft.com/office/drawing/2014/main" id="{B2FFAFC4-BFCC-1F60-AA54-CBF41A0B3C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6" y="205"/>
                <a:ext cx="1255" cy="673"/>
              </a:xfrm>
              <a:custGeom>
                <a:avLst/>
                <a:gdLst>
                  <a:gd name="T0" fmla="+- 0 2276 2276"/>
                  <a:gd name="T1" fmla="*/ T0 w 1255"/>
                  <a:gd name="T2" fmla="+- 0 317 205"/>
                  <a:gd name="T3" fmla="*/ 317 h 673"/>
                  <a:gd name="T4" fmla="+- 0 2295 2276"/>
                  <a:gd name="T5" fmla="*/ T4 w 1255"/>
                  <a:gd name="T6" fmla="+- 0 254 205"/>
                  <a:gd name="T7" fmla="*/ 254 h 673"/>
                  <a:gd name="T8" fmla="+- 0 2346 2276"/>
                  <a:gd name="T9" fmla="*/ T8 w 1255"/>
                  <a:gd name="T10" fmla="+- 0 213 205"/>
                  <a:gd name="T11" fmla="*/ 213 h 673"/>
                  <a:gd name="T12" fmla="+- 0 3419 2276"/>
                  <a:gd name="T13" fmla="*/ T12 w 1255"/>
                  <a:gd name="T14" fmla="+- 0 205 205"/>
                  <a:gd name="T15" fmla="*/ 205 h 673"/>
                  <a:gd name="T16" fmla="+- 0 3442 2276"/>
                  <a:gd name="T17" fmla="*/ T16 w 1255"/>
                  <a:gd name="T18" fmla="+- 0 207 205"/>
                  <a:gd name="T19" fmla="*/ 207 h 673"/>
                  <a:gd name="T20" fmla="+- 0 3499 2276"/>
                  <a:gd name="T21" fmla="*/ T20 w 1255"/>
                  <a:gd name="T22" fmla="+- 0 238 205"/>
                  <a:gd name="T23" fmla="*/ 238 h 673"/>
                  <a:gd name="T24" fmla="+- 0 3529 2276"/>
                  <a:gd name="T25" fmla="*/ T24 w 1255"/>
                  <a:gd name="T26" fmla="+- 0 296 205"/>
                  <a:gd name="T27" fmla="*/ 296 h 673"/>
                  <a:gd name="T28" fmla="+- 0 3531 2276"/>
                  <a:gd name="T29" fmla="*/ T28 w 1255"/>
                  <a:gd name="T30" fmla="+- 0 766 205"/>
                  <a:gd name="T31" fmla="*/ 766 h 673"/>
                  <a:gd name="T32" fmla="+- 0 3529 2276"/>
                  <a:gd name="T33" fmla="*/ T32 w 1255"/>
                  <a:gd name="T34" fmla="+- 0 789 205"/>
                  <a:gd name="T35" fmla="*/ 789 h 673"/>
                  <a:gd name="T36" fmla="+- 0 3498 2276"/>
                  <a:gd name="T37" fmla="*/ T36 w 1255"/>
                  <a:gd name="T38" fmla="+- 0 846 205"/>
                  <a:gd name="T39" fmla="*/ 846 h 673"/>
                  <a:gd name="T40" fmla="+- 0 3440 2276"/>
                  <a:gd name="T41" fmla="*/ T40 w 1255"/>
                  <a:gd name="T42" fmla="+- 0 876 205"/>
                  <a:gd name="T43" fmla="*/ 876 h 673"/>
                  <a:gd name="T44" fmla="+- 0 2388 2276"/>
                  <a:gd name="T45" fmla="*/ T44 w 1255"/>
                  <a:gd name="T46" fmla="+- 0 878 205"/>
                  <a:gd name="T47" fmla="*/ 878 h 673"/>
                  <a:gd name="T48" fmla="+- 0 2365 2276"/>
                  <a:gd name="T49" fmla="*/ T48 w 1255"/>
                  <a:gd name="T50" fmla="+- 0 876 205"/>
                  <a:gd name="T51" fmla="*/ 876 h 673"/>
                  <a:gd name="T52" fmla="+- 0 2308 2276"/>
                  <a:gd name="T53" fmla="*/ T52 w 1255"/>
                  <a:gd name="T54" fmla="+- 0 845 205"/>
                  <a:gd name="T55" fmla="*/ 845 h 673"/>
                  <a:gd name="T56" fmla="+- 0 2278 2276"/>
                  <a:gd name="T57" fmla="*/ T56 w 1255"/>
                  <a:gd name="T58" fmla="+- 0 787 205"/>
                  <a:gd name="T59" fmla="*/ 787 h 673"/>
                  <a:gd name="T60" fmla="+- 0 2276 2276"/>
                  <a:gd name="T61" fmla="*/ T60 w 1255"/>
                  <a:gd name="T62" fmla="+- 0 317 205"/>
                  <a:gd name="T63" fmla="*/ 317 h 673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</a:cxnLst>
                <a:rect l="0" t="0" r="r" b="b"/>
                <a:pathLst>
                  <a:path w="1255" h="673">
                    <a:moveTo>
                      <a:pt x="0" y="112"/>
                    </a:moveTo>
                    <a:lnTo>
                      <a:pt x="19" y="49"/>
                    </a:lnTo>
                    <a:lnTo>
                      <a:pt x="70" y="8"/>
                    </a:lnTo>
                    <a:lnTo>
                      <a:pt x="1143" y="0"/>
                    </a:lnTo>
                    <a:lnTo>
                      <a:pt x="1166" y="2"/>
                    </a:lnTo>
                    <a:lnTo>
                      <a:pt x="1223" y="33"/>
                    </a:lnTo>
                    <a:lnTo>
                      <a:pt x="1253" y="91"/>
                    </a:lnTo>
                    <a:lnTo>
                      <a:pt x="1255" y="561"/>
                    </a:lnTo>
                    <a:lnTo>
                      <a:pt x="1253" y="584"/>
                    </a:lnTo>
                    <a:lnTo>
                      <a:pt x="1222" y="641"/>
                    </a:lnTo>
                    <a:lnTo>
                      <a:pt x="1164" y="671"/>
                    </a:lnTo>
                    <a:lnTo>
                      <a:pt x="112" y="673"/>
                    </a:lnTo>
                    <a:lnTo>
                      <a:pt x="89" y="671"/>
                    </a:lnTo>
                    <a:lnTo>
                      <a:pt x="32" y="640"/>
                    </a:lnTo>
                    <a:lnTo>
                      <a:pt x="2" y="582"/>
                    </a:lnTo>
                    <a:lnTo>
                      <a:pt x="0" y="112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PH"/>
              </a:p>
            </p:txBody>
          </p:sp>
        </p:grpSp>
        <p:grpSp>
          <p:nvGrpSpPr>
            <p:cNvPr id="58" name="Group 39">
              <a:extLst>
                <a:ext uri="{FF2B5EF4-FFF2-40B4-BE49-F238E27FC236}">
                  <a16:creationId xmlns:a16="http://schemas.microsoft.com/office/drawing/2014/main" id="{87E8BCA3-ABF2-9146-B09D-CF02F386A8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1" y="3774"/>
              <a:ext cx="1255" cy="674"/>
              <a:chOff x="2411" y="3774"/>
              <a:chExt cx="1255" cy="674"/>
            </a:xfrm>
          </p:grpSpPr>
          <p:sp>
            <p:nvSpPr>
              <p:cNvPr id="63" name="Freeform 40">
                <a:extLst>
                  <a:ext uri="{FF2B5EF4-FFF2-40B4-BE49-F238E27FC236}">
                    <a16:creationId xmlns:a16="http://schemas.microsoft.com/office/drawing/2014/main" id="{394E0B44-910E-EDAC-96F5-7ED6FF80E3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1" y="3774"/>
                <a:ext cx="1255" cy="674"/>
              </a:xfrm>
              <a:custGeom>
                <a:avLst/>
                <a:gdLst>
                  <a:gd name="T0" fmla="+- 0 3554 2411"/>
                  <a:gd name="T1" fmla="*/ T0 w 1255"/>
                  <a:gd name="T2" fmla="+- 0 3774 3774"/>
                  <a:gd name="T3" fmla="*/ 3774 h 674"/>
                  <a:gd name="T4" fmla="+- 0 2502 2411"/>
                  <a:gd name="T5" fmla="*/ T4 w 1255"/>
                  <a:gd name="T6" fmla="+- 0 3776 3774"/>
                  <a:gd name="T7" fmla="*/ 3776 h 674"/>
                  <a:gd name="T8" fmla="+- 0 2444 2411"/>
                  <a:gd name="T9" fmla="*/ T8 w 1255"/>
                  <a:gd name="T10" fmla="+- 0 3806 3774"/>
                  <a:gd name="T11" fmla="*/ 3806 h 674"/>
                  <a:gd name="T12" fmla="+- 0 2413 2411"/>
                  <a:gd name="T13" fmla="*/ T12 w 1255"/>
                  <a:gd name="T14" fmla="+- 0 3863 3774"/>
                  <a:gd name="T15" fmla="*/ 3863 h 674"/>
                  <a:gd name="T16" fmla="+- 0 2411 2411"/>
                  <a:gd name="T17" fmla="*/ T16 w 1255"/>
                  <a:gd name="T18" fmla="+- 0 3886 3774"/>
                  <a:gd name="T19" fmla="*/ 3886 h 674"/>
                  <a:gd name="T20" fmla="+- 0 2413 2411"/>
                  <a:gd name="T21" fmla="*/ T20 w 1255"/>
                  <a:gd name="T22" fmla="+- 0 4356 3774"/>
                  <a:gd name="T23" fmla="*/ 4356 h 674"/>
                  <a:gd name="T24" fmla="+- 0 2443 2411"/>
                  <a:gd name="T25" fmla="*/ T24 w 1255"/>
                  <a:gd name="T26" fmla="+- 0 4414 3774"/>
                  <a:gd name="T27" fmla="*/ 4414 h 674"/>
                  <a:gd name="T28" fmla="+- 0 2500 2411"/>
                  <a:gd name="T29" fmla="*/ T28 w 1255"/>
                  <a:gd name="T30" fmla="+- 0 4445 3774"/>
                  <a:gd name="T31" fmla="*/ 4445 h 674"/>
                  <a:gd name="T32" fmla="+- 0 2523 2411"/>
                  <a:gd name="T33" fmla="*/ T32 w 1255"/>
                  <a:gd name="T34" fmla="+- 0 4447 3774"/>
                  <a:gd name="T35" fmla="*/ 4447 h 674"/>
                  <a:gd name="T36" fmla="+- 0 3575 2411"/>
                  <a:gd name="T37" fmla="*/ T36 w 1255"/>
                  <a:gd name="T38" fmla="+- 0 4445 3774"/>
                  <a:gd name="T39" fmla="*/ 4445 h 674"/>
                  <a:gd name="T40" fmla="+- 0 3633 2411"/>
                  <a:gd name="T41" fmla="*/ T40 w 1255"/>
                  <a:gd name="T42" fmla="+- 0 4415 3774"/>
                  <a:gd name="T43" fmla="*/ 4415 h 674"/>
                  <a:gd name="T44" fmla="+- 0 3664 2411"/>
                  <a:gd name="T45" fmla="*/ T44 w 1255"/>
                  <a:gd name="T46" fmla="+- 0 4358 3774"/>
                  <a:gd name="T47" fmla="*/ 4358 h 674"/>
                  <a:gd name="T48" fmla="+- 0 3666 2411"/>
                  <a:gd name="T49" fmla="*/ T48 w 1255"/>
                  <a:gd name="T50" fmla="+- 0 4335 3774"/>
                  <a:gd name="T51" fmla="*/ 4335 h 674"/>
                  <a:gd name="T52" fmla="+- 0 3664 2411"/>
                  <a:gd name="T53" fmla="*/ T52 w 1255"/>
                  <a:gd name="T54" fmla="+- 0 3865 3774"/>
                  <a:gd name="T55" fmla="*/ 3865 h 674"/>
                  <a:gd name="T56" fmla="+- 0 3634 2411"/>
                  <a:gd name="T57" fmla="*/ T56 w 1255"/>
                  <a:gd name="T58" fmla="+- 0 3807 3774"/>
                  <a:gd name="T59" fmla="*/ 3807 h 674"/>
                  <a:gd name="T60" fmla="+- 0 3577 2411"/>
                  <a:gd name="T61" fmla="*/ T60 w 1255"/>
                  <a:gd name="T62" fmla="+- 0 3776 3774"/>
                  <a:gd name="T63" fmla="*/ 3776 h 674"/>
                  <a:gd name="T64" fmla="+- 0 3554 2411"/>
                  <a:gd name="T65" fmla="*/ T64 w 1255"/>
                  <a:gd name="T66" fmla="+- 0 3774 3774"/>
                  <a:gd name="T67" fmla="*/ 3774 h 674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  <a:cxn ang="0">
                    <a:pos x="T65" y="T67"/>
                  </a:cxn>
                </a:cxnLst>
                <a:rect l="0" t="0" r="r" b="b"/>
                <a:pathLst>
                  <a:path w="1255" h="674">
                    <a:moveTo>
                      <a:pt x="1143" y="0"/>
                    </a:moveTo>
                    <a:lnTo>
                      <a:pt x="91" y="2"/>
                    </a:lnTo>
                    <a:lnTo>
                      <a:pt x="33" y="32"/>
                    </a:lnTo>
                    <a:lnTo>
                      <a:pt x="2" y="89"/>
                    </a:lnTo>
                    <a:lnTo>
                      <a:pt x="0" y="112"/>
                    </a:lnTo>
                    <a:lnTo>
                      <a:pt x="2" y="582"/>
                    </a:lnTo>
                    <a:lnTo>
                      <a:pt x="32" y="640"/>
                    </a:lnTo>
                    <a:lnTo>
                      <a:pt x="89" y="671"/>
                    </a:lnTo>
                    <a:lnTo>
                      <a:pt x="112" y="673"/>
                    </a:lnTo>
                    <a:lnTo>
                      <a:pt x="1164" y="671"/>
                    </a:lnTo>
                    <a:lnTo>
                      <a:pt x="1222" y="641"/>
                    </a:lnTo>
                    <a:lnTo>
                      <a:pt x="1253" y="584"/>
                    </a:lnTo>
                    <a:lnTo>
                      <a:pt x="1255" y="561"/>
                    </a:lnTo>
                    <a:lnTo>
                      <a:pt x="1253" y="91"/>
                    </a:lnTo>
                    <a:lnTo>
                      <a:pt x="1223" y="33"/>
                    </a:lnTo>
                    <a:lnTo>
                      <a:pt x="1166" y="2"/>
                    </a:lnTo>
                    <a:lnTo>
                      <a:pt x="1143" y="0"/>
                    </a:lnTo>
                    <a:close/>
                  </a:path>
                </a:pathLst>
              </a:custGeom>
              <a:solidFill>
                <a:srgbClr val="FFE6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PH"/>
              </a:p>
            </p:txBody>
          </p:sp>
        </p:grpSp>
        <p:grpSp>
          <p:nvGrpSpPr>
            <p:cNvPr id="59" name="Group 35">
              <a:extLst>
                <a:ext uri="{FF2B5EF4-FFF2-40B4-BE49-F238E27FC236}">
                  <a16:creationId xmlns:a16="http://schemas.microsoft.com/office/drawing/2014/main" id="{B3E2E293-8913-5EEA-8F5A-32BB6877726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11" y="3774"/>
              <a:ext cx="1255" cy="674"/>
              <a:chOff x="2411" y="3774"/>
              <a:chExt cx="1255" cy="674"/>
            </a:xfrm>
          </p:grpSpPr>
          <p:sp>
            <p:nvSpPr>
              <p:cNvPr id="60" name="Freeform 38">
                <a:extLst>
                  <a:ext uri="{FF2B5EF4-FFF2-40B4-BE49-F238E27FC236}">
                    <a16:creationId xmlns:a16="http://schemas.microsoft.com/office/drawing/2014/main" id="{221322E2-A586-C73E-8B91-F48A948142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1" y="3774"/>
                <a:ext cx="1255" cy="674"/>
              </a:xfrm>
              <a:custGeom>
                <a:avLst/>
                <a:gdLst>
                  <a:gd name="T0" fmla="+- 0 2411 2411"/>
                  <a:gd name="T1" fmla="*/ T0 w 1255"/>
                  <a:gd name="T2" fmla="+- 0 3886 3774"/>
                  <a:gd name="T3" fmla="*/ 3886 h 674"/>
                  <a:gd name="T4" fmla="+- 0 2430 2411"/>
                  <a:gd name="T5" fmla="*/ T4 w 1255"/>
                  <a:gd name="T6" fmla="+- 0 3823 3774"/>
                  <a:gd name="T7" fmla="*/ 3823 h 674"/>
                  <a:gd name="T8" fmla="+- 0 2480 2411"/>
                  <a:gd name="T9" fmla="*/ T8 w 1255"/>
                  <a:gd name="T10" fmla="+- 0 3782 3774"/>
                  <a:gd name="T11" fmla="*/ 3782 h 674"/>
                  <a:gd name="T12" fmla="+- 0 3554 2411"/>
                  <a:gd name="T13" fmla="*/ T12 w 1255"/>
                  <a:gd name="T14" fmla="+- 0 3774 3774"/>
                  <a:gd name="T15" fmla="*/ 3774 h 674"/>
                  <a:gd name="T16" fmla="+- 0 3577 2411"/>
                  <a:gd name="T17" fmla="*/ T16 w 1255"/>
                  <a:gd name="T18" fmla="+- 0 3776 3774"/>
                  <a:gd name="T19" fmla="*/ 3776 h 674"/>
                  <a:gd name="T20" fmla="+- 0 3634 2411"/>
                  <a:gd name="T21" fmla="*/ T20 w 1255"/>
                  <a:gd name="T22" fmla="+- 0 3807 3774"/>
                  <a:gd name="T23" fmla="*/ 3807 h 674"/>
                  <a:gd name="T24" fmla="+- 0 3664 2411"/>
                  <a:gd name="T25" fmla="*/ T24 w 1255"/>
                  <a:gd name="T26" fmla="+- 0 3865 3774"/>
                  <a:gd name="T27" fmla="*/ 3865 h 674"/>
                  <a:gd name="T28" fmla="+- 0 3666 2411"/>
                  <a:gd name="T29" fmla="*/ T28 w 1255"/>
                  <a:gd name="T30" fmla="+- 0 4335 3774"/>
                  <a:gd name="T31" fmla="*/ 4335 h 674"/>
                  <a:gd name="T32" fmla="+- 0 3664 2411"/>
                  <a:gd name="T33" fmla="*/ T32 w 1255"/>
                  <a:gd name="T34" fmla="+- 0 4358 3774"/>
                  <a:gd name="T35" fmla="*/ 4358 h 674"/>
                  <a:gd name="T36" fmla="+- 0 3633 2411"/>
                  <a:gd name="T37" fmla="*/ T36 w 1255"/>
                  <a:gd name="T38" fmla="+- 0 4415 3774"/>
                  <a:gd name="T39" fmla="*/ 4415 h 674"/>
                  <a:gd name="T40" fmla="+- 0 3575 2411"/>
                  <a:gd name="T41" fmla="*/ T40 w 1255"/>
                  <a:gd name="T42" fmla="+- 0 4445 3774"/>
                  <a:gd name="T43" fmla="*/ 4445 h 674"/>
                  <a:gd name="T44" fmla="+- 0 2523 2411"/>
                  <a:gd name="T45" fmla="*/ T44 w 1255"/>
                  <a:gd name="T46" fmla="+- 0 4447 3774"/>
                  <a:gd name="T47" fmla="*/ 4447 h 674"/>
                  <a:gd name="T48" fmla="+- 0 2500 2411"/>
                  <a:gd name="T49" fmla="*/ T48 w 1255"/>
                  <a:gd name="T50" fmla="+- 0 4445 3774"/>
                  <a:gd name="T51" fmla="*/ 4445 h 674"/>
                  <a:gd name="T52" fmla="+- 0 2443 2411"/>
                  <a:gd name="T53" fmla="*/ T52 w 1255"/>
                  <a:gd name="T54" fmla="+- 0 4414 3774"/>
                  <a:gd name="T55" fmla="*/ 4414 h 674"/>
                  <a:gd name="T56" fmla="+- 0 2413 2411"/>
                  <a:gd name="T57" fmla="*/ T56 w 1255"/>
                  <a:gd name="T58" fmla="+- 0 4356 3774"/>
                  <a:gd name="T59" fmla="*/ 4356 h 674"/>
                  <a:gd name="T60" fmla="+- 0 2411 2411"/>
                  <a:gd name="T61" fmla="*/ T60 w 1255"/>
                  <a:gd name="T62" fmla="+- 0 3886 3774"/>
                  <a:gd name="T63" fmla="*/ 3886 h 674"/>
                </a:gdLst>
                <a:ahLst/>
                <a:cxnLst>
                  <a:cxn ang="0">
                    <a:pos x="T1" y="T3"/>
                  </a:cxn>
                  <a:cxn ang="0">
                    <a:pos x="T5" y="T7"/>
                  </a:cxn>
                  <a:cxn ang="0">
                    <a:pos x="T9" y="T11"/>
                  </a:cxn>
                  <a:cxn ang="0">
                    <a:pos x="T13" y="T15"/>
                  </a:cxn>
                  <a:cxn ang="0">
                    <a:pos x="T17" y="T19"/>
                  </a:cxn>
                  <a:cxn ang="0">
                    <a:pos x="T21" y="T23"/>
                  </a:cxn>
                  <a:cxn ang="0">
                    <a:pos x="T25" y="T27"/>
                  </a:cxn>
                  <a:cxn ang="0">
                    <a:pos x="T29" y="T31"/>
                  </a:cxn>
                  <a:cxn ang="0">
                    <a:pos x="T33" y="T35"/>
                  </a:cxn>
                  <a:cxn ang="0">
                    <a:pos x="T37" y="T39"/>
                  </a:cxn>
                  <a:cxn ang="0">
                    <a:pos x="T41" y="T43"/>
                  </a:cxn>
                  <a:cxn ang="0">
                    <a:pos x="T45" y="T47"/>
                  </a:cxn>
                  <a:cxn ang="0">
                    <a:pos x="T49" y="T51"/>
                  </a:cxn>
                  <a:cxn ang="0">
                    <a:pos x="T53" y="T55"/>
                  </a:cxn>
                  <a:cxn ang="0">
                    <a:pos x="T57" y="T59"/>
                  </a:cxn>
                  <a:cxn ang="0">
                    <a:pos x="T61" y="T63"/>
                  </a:cxn>
                </a:cxnLst>
                <a:rect l="0" t="0" r="r" b="b"/>
                <a:pathLst>
                  <a:path w="1255" h="674">
                    <a:moveTo>
                      <a:pt x="0" y="112"/>
                    </a:moveTo>
                    <a:lnTo>
                      <a:pt x="19" y="49"/>
                    </a:lnTo>
                    <a:lnTo>
                      <a:pt x="69" y="8"/>
                    </a:lnTo>
                    <a:lnTo>
                      <a:pt x="1143" y="0"/>
                    </a:lnTo>
                    <a:lnTo>
                      <a:pt x="1166" y="2"/>
                    </a:lnTo>
                    <a:lnTo>
                      <a:pt x="1223" y="33"/>
                    </a:lnTo>
                    <a:lnTo>
                      <a:pt x="1253" y="91"/>
                    </a:lnTo>
                    <a:lnTo>
                      <a:pt x="1255" y="561"/>
                    </a:lnTo>
                    <a:lnTo>
                      <a:pt x="1253" y="584"/>
                    </a:lnTo>
                    <a:lnTo>
                      <a:pt x="1222" y="641"/>
                    </a:lnTo>
                    <a:lnTo>
                      <a:pt x="1164" y="671"/>
                    </a:lnTo>
                    <a:lnTo>
                      <a:pt x="112" y="673"/>
                    </a:lnTo>
                    <a:lnTo>
                      <a:pt x="89" y="671"/>
                    </a:lnTo>
                    <a:lnTo>
                      <a:pt x="32" y="640"/>
                    </a:lnTo>
                    <a:lnTo>
                      <a:pt x="2" y="582"/>
                    </a:lnTo>
                    <a:lnTo>
                      <a:pt x="0" y="112"/>
                    </a:lnTo>
                    <a:close/>
                  </a:path>
                </a:pathLst>
              </a:custGeom>
              <a:noFill/>
              <a:ln w="12700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PH"/>
              </a:p>
            </p:txBody>
          </p:sp>
          <p:sp>
            <p:nvSpPr>
              <p:cNvPr id="61" name="Text Box 37">
                <a:extLst>
                  <a:ext uri="{FF2B5EF4-FFF2-40B4-BE49-F238E27FC236}">
                    <a16:creationId xmlns:a16="http://schemas.microsoft.com/office/drawing/2014/main" id="{193A181C-8600-1F00-1E1B-49F8FB52C39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535" y="360"/>
                <a:ext cx="738" cy="44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508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LEFT IR</a:t>
                </a:r>
                <a:endParaRPr kumimoji="0" lang="en-US" altLang="en-US" sz="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5080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8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MODULE</a:t>
                </a:r>
                <a:endParaRPr kumimoji="0" lang="en-US" altLang="en-US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  <p:sp>
            <p:nvSpPr>
              <p:cNvPr id="62" name="Text Box 36">
                <a:extLst>
                  <a:ext uri="{FF2B5EF4-FFF2-40B4-BE49-F238E27FC236}">
                    <a16:creationId xmlns:a16="http://schemas.microsoft.com/office/drawing/2014/main" id="{0CABCD5F-226D-D82E-6F5F-172BEBAA2E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670" y="3929"/>
                <a:ext cx="738" cy="44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0" tIns="0" rIns="0" bIns="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7938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9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RIGHT IR</a:t>
                </a:r>
                <a:endParaRPr kumimoji="0" lang="en-US" altLang="en-US" sz="5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  <a:p>
                <a:pPr marL="0" marR="0" lvl="0" indent="7938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altLang="en-US" sz="9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anose="020F0502020204030204" pitchFamily="34" charset="0"/>
                    <a:ea typeface="Calibri" panose="020F0502020204030204" pitchFamily="34" charset="0"/>
                    <a:cs typeface="Times New Roman" panose="02020603050405020304" pitchFamily="18" charset="0"/>
                  </a:rPr>
                  <a:t>MODULE</a:t>
                </a:r>
                <a:endParaRPr kumimoji="0" lang="en-US" altLang="en-US" sz="16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" panose="020B0604020202020204" pitchFamily="34" charset="0"/>
                </a:endParaRPr>
              </a:p>
            </p:txBody>
          </p:sp>
        </p:grpSp>
      </p:grpSp>
      <p:sp>
        <p:nvSpPr>
          <p:cNvPr id="196" name="Rectangle 51">
            <a:extLst>
              <a:ext uri="{FF2B5EF4-FFF2-40B4-BE49-F238E27FC236}">
                <a16:creationId xmlns:a16="http://schemas.microsoft.com/office/drawing/2014/main" id="{031121DB-219D-F3E3-114B-94BC4E70B9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5062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H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6A8E416B-D278-2AB7-944A-FB99E2C6FB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87662"/>
            <a:ext cx="7704000" cy="612600"/>
          </a:xfrm>
        </p:spPr>
        <p:txBody>
          <a:bodyPr/>
          <a:lstStyle/>
          <a:p>
            <a:r>
              <a:rPr lang="en-PH" sz="2800" dirty="0">
                <a:solidFill>
                  <a:schemeClr val="tx1"/>
                </a:solidFill>
              </a:rPr>
              <a:t>BREAD BOARD LAYOUT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D6150D-58E2-121C-E2E7-A40BE49BB6E3}"/>
              </a:ext>
            </a:extLst>
          </p:cNvPr>
          <p:cNvSpPr txBox="1"/>
          <p:nvPr/>
        </p:nvSpPr>
        <p:spPr>
          <a:xfrm>
            <a:off x="6390094" y="1337095"/>
            <a:ext cx="281840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Century Gothic" panose="020B0502020202020204" pitchFamily="34" charset="0"/>
              </a:rPr>
              <a:t>IR Sensor layout (right and left module)</a:t>
            </a:r>
            <a:endParaRPr lang="en-PH" sz="1100" dirty="0">
              <a:latin typeface="Century Gothic" panose="020B0502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64C041-0F05-FF95-C5FB-88B25A589101}"/>
              </a:ext>
            </a:extLst>
          </p:cNvPr>
          <p:cNvSpPr txBox="1"/>
          <p:nvPr/>
        </p:nvSpPr>
        <p:spPr>
          <a:xfrm>
            <a:off x="1371600" y="3510539"/>
            <a:ext cx="107753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PH" sz="1200" dirty="0">
                <a:latin typeface="Century Gothic" panose="020B0502020202020204" pitchFamily="34" charset="0"/>
              </a:rPr>
              <a:t>Main </a:t>
            </a:r>
            <a:r>
              <a:rPr lang="en-PH" sz="1100" dirty="0">
                <a:latin typeface="Century Gothic" panose="020B0502020202020204" pitchFamily="34" charset="0"/>
              </a:rPr>
              <a:t>Circuit</a:t>
            </a:r>
            <a:endParaRPr lang="en-PH" sz="1200" dirty="0">
              <a:latin typeface="Century Gothic" panose="020B0502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85AD3813-3F26-45DA-7232-48300592E4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51">
            <a:extLst>
              <a:ext uri="{FF2B5EF4-FFF2-40B4-BE49-F238E27FC236}">
                <a16:creationId xmlns:a16="http://schemas.microsoft.com/office/drawing/2014/main" id="{B396DE2D-62E2-05B3-DA8D-E04A3269A1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5062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H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5C305240-E8C7-1C99-4F8D-6302A25DA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160" y="273702"/>
            <a:ext cx="7704000" cy="612600"/>
          </a:xfrm>
        </p:spPr>
        <p:txBody>
          <a:bodyPr/>
          <a:lstStyle/>
          <a:p>
            <a:r>
              <a:rPr lang="en-PH" sz="2800" dirty="0">
                <a:solidFill>
                  <a:schemeClr val="tx1"/>
                </a:solidFill>
              </a:rPr>
              <a:t>PCB LAYOUT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39B0D5-BE45-2A4E-7E35-6102F0B81FAF}"/>
              </a:ext>
            </a:extLst>
          </p:cNvPr>
          <p:cNvSpPr txBox="1"/>
          <p:nvPr/>
        </p:nvSpPr>
        <p:spPr>
          <a:xfrm>
            <a:off x="947429" y="1357687"/>
            <a:ext cx="276819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TWO-DIMENSIONAL (2D)</a:t>
            </a:r>
            <a:endParaRPr lang="en-PH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543CBD-9FB8-8B1A-2080-49223CD3ABD6}"/>
              </a:ext>
            </a:extLst>
          </p:cNvPr>
          <p:cNvSpPr txBox="1"/>
          <p:nvPr/>
        </p:nvSpPr>
        <p:spPr>
          <a:xfrm>
            <a:off x="5011443" y="1352945"/>
            <a:ext cx="332912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THREE-DIMENSIONAL (3D)</a:t>
            </a:r>
            <a:endParaRPr lang="en-PH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40101A0-4C0D-8187-CA36-865D076F47F9}"/>
              </a:ext>
            </a:extLst>
          </p:cNvPr>
          <p:cNvSpPr/>
          <p:nvPr/>
        </p:nvSpPr>
        <p:spPr>
          <a:xfrm>
            <a:off x="648711" y="1775923"/>
            <a:ext cx="3479405" cy="2721504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F3A5AD5-4B4A-CE3D-8D69-A8E6812ABA75}"/>
              </a:ext>
            </a:extLst>
          </p:cNvPr>
          <p:cNvSpPr/>
          <p:nvPr/>
        </p:nvSpPr>
        <p:spPr>
          <a:xfrm>
            <a:off x="4350058" y="1522365"/>
            <a:ext cx="4651899" cy="3228621"/>
          </a:xfrm>
          <a:prstGeom prst="rect">
            <a:avLst/>
          </a:prstGeom>
          <a:blipFill dpi="0"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6210" b="94586" l="5811" r="93346">
                          <a14:foregroundMark x1="27179" y1="10987" x2="46298" y2="17038"/>
                          <a14:foregroundMark x1="6935" y1="27389" x2="18088" y2="52229"/>
                          <a14:foregroundMark x1="24555" y1="13057" x2="39269" y2="9713"/>
                          <a14:foregroundMark x1="39269" y1="9713" x2="41987" y2="9713"/>
                          <a14:foregroundMark x1="46767" y1="7006" x2="51921" y2="8280"/>
                          <a14:foregroundMark x1="31490" y1="8599" x2="37301" y2="7643"/>
                          <a14:foregroundMark x1="62980" y1="16561" x2="67479" y2="37102"/>
                          <a14:foregroundMark x1="68791" y1="21815" x2="61387" y2="30096"/>
                          <a14:foregroundMark x1="61387" y1="30096" x2="61387" y2="30096"/>
                          <a14:foregroundMark x1="65323" y1="20701" x2="68135" y2="31051"/>
                          <a14:foregroundMark x1="15276" y1="59554" x2="19588" y2="66720"/>
                          <a14:foregroundMark x1="10778" y1="58121" x2="30178" y2="79936"/>
                          <a14:foregroundMark x1="9466" y1="41879" x2="10778" y2="54299"/>
                          <a14:foregroundMark x1="12746" y1="41083" x2="6654" y2="54299"/>
                          <a14:foregroundMark x1="5998" y1="46019" x2="13402" y2="55096"/>
                          <a14:foregroundMark x1="13402" y1="55096" x2="13590" y2="55096"/>
                          <a14:foregroundMark x1="8435" y1="67834" x2="34021" y2="78822"/>
                          <a14:foregroundMark x1="26054" y1="85510" x2="66167" y2="71178"/>
                          <a14:foregroundMark x1="42455" y1="88217" x2="80600" y2="85032"/>
                          <a14:foregroundMark x1="80600" y1="85032" x2="80787" y2="84713"/>
                          <a14:foregroundMark x1="68791" y1="96178" x2="90722" y2="88535"/>
                          <a14:foregroundMark x1="90722" y1="88535" x2="90722" y2="88217"/>
                          <a14:foregroundMark x1="80600" y1="94745" x2="66261" y2="88694"/>
                          <a14:foregroundMark x1="66261" y1="88694" x2="60544" y2="82643"/>
                          <a14:foregroundMark x1="9091" y1="60510" x2="18088" y2="74682"/>
                          <a14:foregroundMark x1="25211" y1="74045" x2="9653" y2="54618"/>
                          <a14:foregroundMark x1="6935" y1="51274" x2="10684" y2="64013"/>
                          <a14:foregroundMark x1="10684" y1="64013" x2="13590" y2="66083"/>
                          <a14:foregroundMark x1="86036" y1="92038" x2="82943" y2="68790"/>
                          <a14:foregroundMark x1="88754" y1="87261" x2="87254" y2="74045"/>
                          <a14:foregroundMark x1="92221" y1="86146" x2="84442" y2="69586"/>
                          <a14:foregroundMark x1="93346" y1="68471" x2="81256" y2="77866"/>
                          <a14:foregroundMark x1="81256" y1="77866" x2="80600" y2="78822"/>
                          <a14:foregroundMark x1="82755" y1="36943" x2="54077" y2="50159"/>
                          <a14:foregroundMark x1="71978" y1="46019" x2="58857" y2="51274"/>
                          <a14:foregroundMark x1="58857" y1="51274" x2="58857" y2="51274"/>
                          <a14:foregroundMark x1="64199" y1="53185" x2="72165" y2="38376"/>
                          <a14:foregroundMark x1="74133" y1="46656" x2="72634" y2="35987"/>
                          <a14:foregroundMark x1="72165" y1="28981" x2="65979" y2="18949"/>
                          <a14:foregroundMark x1="65979" y1="18949" x2="63543" y2="16879"/>
                          <a14:foregroundMark x1="53889" y1="10350" x2="46111" y2="12420"/>
                          <a14:foregroundMark x1="21556" y1="29140" x2="32990" y2="24841"/>
                          <a14:foregroundMark x1="32990" y1="24841" x2="32990" y2="24841"/>
                          <a14:foregroundMark x1="7966" y1="32484" x2="27179" y2="32484"/>
                          <a14:foregroundMark x1="69166" y1="24841" x2="73290" y2="40446"/>
                          <a14:foregroundMark x1="73290" y1="40446" x2="73290" y2="40764"/>
                          <a14:foregroundMark x1="73290" y1="28662" x2="72446" y2="41083"/>
                          <a14:foregroundMark x1="57545" y1="21178" x2="57545" y2="21178"/>
                          <a14:foregroundMark x1="53046" y1="12739" x2="64761" y2="23408"/>
                          <a14:foregroundMark x1="64761" y1="23408" x2="65511" y2="25000"/>
                          <a14:foregroundMark x1="51546" y1="6210" x2="54077" y2="20382"/>
                          <a14:foregroundMark x1="54077" y1="20382" x2="54077" y2="20382"/>
                          <a14:foregroundMark x1="7498" y1="44586" x2="12933" y2="49204"/>
                          <a14:foregroundMark x1="66917" y1="21497" x2="67010" y2="26115"/>
                          <a14:foregroundMark x1="66167" y1="23885" x2="65604" y2="26274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100" kern="100" dirty="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35077093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68CA487F-1A22-A29E-F6B1-42499FBD1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51">
            <a:extLst>
              <a:ext uri="{FF2B5EF4-FFF2-40B4-BE49-F238E27FC236}">
                <a16:creationId xmlns:a16="http://schemas.microsoft.com/office/drawing/2014/main" id="{B2DBEB94-B9ED-4F26-36BF-F17B587882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5062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H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96F990A1-347D-8A41-4120-AC0044D7B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160" y="247069"/>
            <a:ext cx="7704000" cy="612600"/>
          </a:xfrm>
        </p:spPr>
        <p:txBody>
          <a:bodyPr/>
          <a:lstStyle/>
          <a:p>
            <a:r>
              <a:rPr lang="en-PH" sz="2800" dirty="0">
                <a:solidFill>
                  <a:schemeClr val="tx1"/>
                </a:solidFill>
              </a:rPr>
              <a:t>OUTPUT (3D MODEL)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B5D7BAC-4C4B-1B1B-FC46-32BA203F935F}"/>
              </a:ext>
            </a:extLst>
          </p:cNvPr>
          <p:cNvSpPr txBox="1"/>
          <p:nvPr/>
        </p:nvSpPr>
        <p:spPr>
          <a:xfrm>
            <a:off x="605873" y="1109515"/>
            <a:ext cx="31937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INSIDE THE PACKAGING</a:t>
            </a:r>
            <a:endParaRPr lang="en-PH" sz="16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A9C81E8-61BF-3B64-D395-4BC8FCE5B5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5680" y="1448069"/>
            <a:ext cx="5272639" cy="35397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52950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9A324685-E25C-7BAE-FD41-4130CC3D3A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51">
            <a:extLst>
              <a:ext uri="{FF2B5EF4-FFF2-40B4-BE49-F238E27FC236}">
                <a16:creationId xmlns:a16="http://schemas.microsoft.com/office/drawing/2014/main" id="{9B976AC3-CA59-921A-34E9-9396EEF254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5062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H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13FEA54A-3866-58C3-2915-7046EB71FD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160" y="247069"/>
            <a:ext cx="7704000" cy="612600"/>
          </a:xfrm>
        </p:spPr>
        <p:txBody>
          <a:bodyPr/>
          <a:lstStyle/>
          <a:p>
            <a:r>
              <a:rPr lang="en-PH" sz="2800" dirty="0">
                <a:solidFill>
                  <a:schemeClr val="tx1"/>
                </a:solidFill>
              </a:rPr>
              <a:t>OUTPUT (3D MODEL)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5FCADE9-B104-21AA-F08B-0EED6D84DDCE}"/>
              </a:ext>
            </a:extLst>
          </p:cNvPr>
          <p:cNvSpPr txBox="1"/>
          <p:nvPr/>
        </p:nvSpPr>
        <p:spPr>
          <a:xfrm>
            <a:off x="2052168" y="1253339"/>
            <a:ext cx="15018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TOP VIEW</a:t>
            </a:r>
            <a:endParaRPr lang="en-PH" sz="16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192570-53AA-1A1D-AF64-E2B5339BA7D6}"/>
              </a:ext>
            </a:extLst>
          </p:cNvPr>
          <p:cNvSpPr/>
          <p:nvPr/>
        </p:nvSpPr>
        <p:spPr>
          <a:xfrm>
            <a:off x="1424119" y="1763133"/>
            <a:ext cx="2878282" cy="3234431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4CDC366-3366-DAF4-B056-89A63BB59A3D}"/>
              </a:ext>
            </a:extLst>
          </p:cNvPr>
          <p:cNvSpPr/>
          <p:nvPr/>
        </p:nvSpPr>
        <p:spPr>
          <a:xfrm rot="1193577">
            <a:off x="4564985" y="1615011"/>
            <a:ext cx="3461659" cy="3530676"/>
          </a:xfrm>
          <a:prstGeom prst="rect">
            <a:avLst/>
          </a:prstGeom>
          <a:blipFill dpi="0" rotWithShape="1"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backgroundRemoval t="866" b="94517" l="8798" r="92229">
                          <a14:foregroundMark x1="19355" y1="10967" x2="45601" y2="1010"/>
                          <a14:foregroundMark x1="8944" y1="23377" x2="17889" y2="30159"/>
                          <a14:foregroundMark x1="17889" y1="30159" x2="17889" y2="30159"/>
                          <a14:foregroundMark x1="32258" y1="93795" x2="48534" y2="94517"/>
                          <a14:foregroundMark x1="92229" y1="73737" x2="91789" y2="79654"/>
                          <a14:foregroundMark x1="21554" y1="7937" x2="23167" y2="17027"/>
                          <a14:foregroundMark x1="24927" y1="6494" x2="29912" y2="16162"/>
                          <a14:foregroundMark x1="36217" y1="2886" x2="51173" y2="5628"/>
                          <a14:foregroundMark x1="38856" y1="1876" x2="49267" y2="3030"/>
                          <a14:foregroundMark x1="19795" y1="9812" x2="32698" y2="4040"/>
                          <a14:foregroundMark x1="32698" y1="4040" x2="34311" y2="3319"/>
                          <a14:foregroundMark x1="23167" y1="5916" x2="22287" y2="9812"/>
                          <a14:foregroundMark x1="13343" y1="21501" x2="11144" y2="28860"/>
                          <a14:foregroundMark x1="56158" y1="6061" x2="64076" y2="10534"/>
                          <a14:foregroundMark x1="12023" y1="21934" x2="24927" y2="15440"/>
                          <a14:foregroundMark x1="24927" y1="15440" x2="25220" y2="15296"/>
                          <a14:foregroundMark x1="71848" y1="27994" x2="77566" y2="36652"/>
                          <a14:foregroundMark x1="77566" y1="36652" x2="77566" y2="36652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5534A51-75F3-1E62-F7F0-A5115BCBFA78}"/>
              </a:ext>
            </a:extLst>
          </p:cNvPr>
          <p:cNvSpPr txBox="1"/>
          <p:nvPr/>
        </p:nvSpPr>
        <p:spPr>
          <a:xfrm>
            <a:off x="5275808" y="1253339"/>
            <a:ext cx="182209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600" u="sng" dirty="0">
                <a:latin typeface="Courier New" panose="02070309020205020404" pitchFamily="49" charset="0"/>
                <a:cs typeface="Courier New" panose="02070309020205020404" pitchFamily="49" charset="0"/>
              </a:rPr>
              <a:t>BOTTOM VIEW</a:t>
            </a:r>
            <a:endParaRPr lang="en-PH" sz="1600" u="sng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80552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>
          <a:extLst>
            <a:ext uri="{FF2B5EF4-FFF2-40B4-BE49-F238E27FC236}">
              <a16:creationId xmlns:a16="http://schemas.microsoft.com/office/drawing/2014/main" id="{C0933247-7FDC-7C06-C7E1-F4D9CFC29B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Rectangle 51">
            <a:extLst>
              <a:ext uri="{FF2B5EF4-FFF2-40B4-BE49-F238E27FC236}">
                <a16:creationId xmlns:a16="http://schemas.microsoft.com/office/drawing/2014/main" id="{61BD4360-5B45-EFE8-D4A4-1B27F24A93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6500" y="5062538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PH"/>
          </a:p>
        </p:txBody>
      </p:sp>
      <p:sp>
        <p:nvSpPr>
          <p:cNvPr id="2" name="Title 4">
            <a:extLst>
              <a:ext uri="{FF2B5EF4-FFF2-40B4-BE49-F238E27FC236}">
                <a16:creationId xmlns:a16="http://schemas.microsoft.com/office/drawing/2014/main" id="{BD843814-750F-90B6-436C-A0F87BEBAD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0160" y="247069"/>
            <a:ext cx="7704000" cy="612600"/>
          </a:xfrm>
        </p:spPr>
        <p:txBody>
          <a:bodyPr/>
          <a:lstStyle/>
          <a:p>
            <a:r>
              <a:rPr lang="en-PH" sz="2800" dirty="0">
                <a:solidFill>
                  <a:schemeClr val="tx1"/>
                </a:solidFill>
              </a:rPr>
              <a:t>OUTPUT (3D MODEL)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3A6FE7-1EC6-E157-EF53-5401C5F10E7C}"/>
              </a:ext>
            </a:extLst>
          </p:cNvPr>
          <p:cNvSpPr/>
          <p:nvPr/>
        </p:nvSpPr>
        <p:spPr>
          <a:xfrm>
            <a:off x="1477742" y="1179459"/>
            <a:ext cx="6208835" cy="3883079"/>
          </a:xfrm>
          <a:prstGeom prst="rect">
            <a:avLst/>
          </a:prstGeom>
          <a:blipFill dpi="0"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algn="ctr">
              <a:lnSpc>
                <a:spcPct val="107000"/>
              </a:lnSpc>
              <a:spcBef>
                <a:spcPts val="0"/>
              </a:spcBef>
              <a:spcAft>
                <a:spcPts val="800"/>
              </a:spcAft>
            </a:pPr>
            <a:r>
              <a:rPr lang="en-PH" sz="1100" kern="100"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67235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631D4D-B8F0-2F16-8A06-613CA2C8E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01EF00AB-3F96-ABFF-0952-950125E1A1D8}"/>
              </a:ext>
            </a:extLst>
          </p:cNvPr>
          <p:cNvSpPr/>
          <p:nvPr/>
        </p:nvSpPr>
        <p:spPr>
          <a:xfrm>
            <a:off x="741172" y="1742400"/>
            <a:ext cx="5976425" cy="2514332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>
            <a:outerShdw blurRad="76200" dir="13500000" sy="23000" kx="1200000" algn="br" rotWithShape="0">
              <a:prstClr val="black">
                <a:alpha val="20000"/>
              </a:prstClr>
            </a:outerShdw>
            <a:reflection blurRad="6350" stA="50000" endA="300" endPos="55500" dist="50800" dir="5400000" sy="-100000" algn="bl" rotWithShape="0"/>
          </a:effectLst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582E38-9CB1-F2D0-8407-B2010A17F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84781">
            <a:off x="1125924" y="2215668"/>
            <a:ext cx="5322123" cy="1734563"/>
          </a:xfrm>
          <a:noFill/>
          <a:ln>
            <a:noFill/>
          </a:ln>
          <a:effectLst/>
          <a:scene3d>
            <a:camera prst="perspectiveFront" fov="3300000">
              <a:rot lat="486000" lon="19530000" rev="174000"/>
            </a:camera>
            <a:lightRig rig="harsh" dir="t">
              <a:rot lat="0" lon="0" rev="3000000"/>
            </a:lightRig>
          </a:scene3d>
          <a:sp3d extrusionH="254000" contourW="19050">
            <a:bevelT w="82550" h="44450" prst="angle"/>
            <a:bevelB w="82550" h="44450" prst="angle"/>
            <a:contourClr>
              <a:srgbClr val="FFFFFF"/>
            </a:contourClr>
          </a:sp3d>
        </p:spPr>
        <p:txBody>
          <a:bodyPr/>
          <a:lstStyle/>
          <a:p>
            <a:pPr algn="ctr"/>
            <a:r>
              <a:rPr lang="en-US" sz="4400" dirty="0">
                <a:solidFill>
                  <a:schemeClr val="bg1"/>
                </a:solidFill>
              </a:rPr>
              <a:t>End of </a:t>
            </a:r>
            <a:br>
              <a:rPr lang="en-US" sz="4400" dirty="0">
                <a:solidFill>
                  <a:schemeClr val="bg1"/>
                </a:solidFill>
              </a:rPr>
            </a:br>
            <a:r>
              <a:rPr lang="en-US" sz="4400" dirty="0">
                <a:solidFill>
                  <a:schemeClr val="bg1"/>
                </a:solidFill>
              </a:rPr>
              <a:t>Presentation</a:t>
            </a:r>
            <a:endParaRPr lang="en-PH" sz="4400" dirty="0">
              <a:solidFill>
                <a:schemeClr val="bg1"/>
              </a:solidFill>
            </a:endParaRPr>
          </a:p>
        </p:txBody>
      </p:sp>
      <p:pic>
        <p:nvPicPr>
          <p:cNvPr id="1030" name="Picture 6" descr="Best Ending Presentation Royalty-Free Images, Stock Photos &amp; Pictures |  Shutterstock">
            <a:extLst>
              <a:ext uri="{FF2B5EF4-FFF2-40B4-BE49-F238E27FC236}">
                <a16:creationId xmlns:a16="http://schemas.microsoft.com/office/drawing/2014/main" id="{64A9A4A2-7195-5D5A-871F-B4E99531C90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85" t="7668" r="9141" b="20445"/>
          <a:stretch/>
        </p:blipFill>
        <p:spPr bwMode="auto">
          <a:xfrm>
            <a:off x="6433199" y="654760"/>
            <a:ext cx="2181599" cy="16047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44964690"/>
      </p:ext>
    </p:extLst>
  </p:cSld>
  <p:clrMapOvr>
    <a:masterClrMapping/>
  </p:clrMapOvr>
</p:sld>
</file>

<file path=ppt/theme/theme1.xml><?xml version="1.0" encoding="utf-8"?>
<a:theme xmlns:a="http://schemas.openxmlformats.org/drawingml/2006/main" name="Robotic Workshop by Slidesgo">
  <a:themeElements>
    <a:clrScheme name="Simple Light">
      <a:dk1>
        <a:srgbClr val="263238"/>
      </a:dk1>
      <a:lt1>
        <a:srgbClr val="FFFFFF"/>
      </a:lt1>
      <a:dk2>
        <a:srgbClr val="C7F9CC"/>
      </a:dk2>
      <a:lt2>
        <a:srgbClr val="80ED99"/>
      </a:lt2>
      <a:accent1>
        <a:srgbClr val="58DD76"/>
      </a:accent1>
      <a:accent2>
        <a:srgbClr val="48C063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2632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151</TotalTime>
  <Words>241</Words>
  <Application>Microsoft Office PowerPoint</Application>
  <PresentationFormat>On-screen Show (16:9)</PresentationFormat>
  <Paragraphs>54</Paragraphs>
  <Slides>12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Arial</vt:lpstr>
      <vt:lpstr>Calibri</vt:lpstr>
      <vt:lpstr>Century Gothic</vt:lpstr>
      <vt:lpstr>Courier New</vt:lpstr>
      <vt:lpstr>Palanquin Dark</vt:lpstr>
      <vt:lpstr>Poppins</vt:lpstr>
      <vt:lpstr>Poppins Black</vt:lpstr>
      <vt:lpstr>Wingdings</vt:lpstr>
      <vt:lpstr>Robotic Workshop by Slidesgo</vt:lpstr>
      <vt:lpstr>Obstacle Avoiding Car without Arduino or Microcontroller</vt:lpstr>
      <vt:lpstr>Importance</vt:lpstr>
      <vt:lpstr>List of Components:</vt:lpstr>
      <vt:lpstr>PowerPoint Presentation</vt:lpstr>
      <vt:lpstr>PowerPoint Presentation</vt:lpstr>
      <vt:lpstr>PowerPoint Presentation</vt:lpstr>
      <vt:lpstr>BREAD BOARD LAYOUT</vt:lpstr>
      <vt:lpstr>PCB LAYOUT</vt:lpstr>
      <vt:lpstr>OUTPUT (3D MODEL)</vt:lpstr>
      <vt:lpstr>OUTPUT (3D MODEL)</vt:lpstr>
      <vt:lpstr>OUTPUT (3D MODEL)</vt:lpstr>
      <vt:lpstr>End of 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the Project: Obstacle Avoiding Robot without Arduino or Microcontroller</dc:title>
  <dc:creator>Eloisa Mae Dofredo</dc:creator>
  <cp:lastModifiedBy>Lovely Waclin</cp:lastModifiedBy>
  <cp:revision>16</cp:revision>
  <dcterms:modified xsi:type="dcterms:W3CDTF">2026-02-08T04:29:37Z</dcterms:modified>
</cp:coreProperties>
</file>